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B3D"/>
    <a:srgbClr val="5A8B25"/>
    <a:srgbClr val="574FFF"/>
    <a:srgbClr val="F6A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2016" autoAdjust="0"/>
  </p:normalViewPr>
  <p:slideViewPr>
    <p:cSldViewPr snapToGrid="0">
      <p:cViewPr varScale="1">
        <p:scale>
          <a:sx n="59" d="100"/>
          <a:sy n="59" d="100"/>
        </p:scale>
        <p:origin x="1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0668BF-0539-4071-A9A1-BFDD2BCF81B2}" type="doc">
      <dgm:prSet loTypeId="urn:microsoft.com/office/officeart/2005/8/layout/vList5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pt-BR"/>
        </a:p>
      </dgm:t>
    </dgm:pt>
    <dgm:pt modelId="{31FEE63D-E66F-4FFA-A2C9-7BF34F6AF7DF}">
      <dgm:prSet/>
      <dgm:spPr/>
      <dgm:t>
        <a:bodyPr/>
        <a:lstStyle/>
        <a:p>
          <a:r>
            <a:rPr lang="pt-BR" dirty="0"/>
            <a:t>Test Tool</a:t>
          </a:r>
        </a:p>
      </dgm:t>
    </dgm:pt>
    <dgm:pt modelId="{79BA51EE-9DE0-4508-AE10-EDD585E0C37D}" type="parTrans" cxnId="{8047F5B9-42E0-4166-A69E-29AB60F84F86}">
      <dgm:prSet/>
      <dgm:spPr/>
      <dgm:t>
        <a:bodyPr/>
        <a:lstStyle/>
        <a:p>
          <a:endParaRPr lang="pt-BR"/>
        </a:p>
      </dgm:t>
    </dgm:pt>
    <dgm:pt modelId="{8B9AA717-039C-46DF-9B17-8F58E6228B25}" type="sibTrans" cxnId="{8047F5B9-42E0-4166-A69E-29AB60F84F86}">
      <dgm:prSet/>
      <dgm:spPr/>
      <dgm:t>
        <a:bodyPr/>
        <a:lstStyle/>
        <a:p>
          <a:endParaRPr lang="pt-BR"/>
        </a:p>
      </dgm:t>
    </dgm:pt>
    <dgm:pt modelId="{35CD7521-BE06-43A4-AC65-D1FBFECFBEC0}">
      <dgm:prSet/>
      <dgm:spPr/>
      <dgm:t>
        <a:bodyPr/>
        <a:lstStyle/>
        <a:p>
          <a:r>
            <a:rPr lang="pt-BR" dirty="0"/>
            <a:t>You </a:t>
          </a:r>
          <a:r>
            <a:rPr lang="pt-BR" dirty="0" err="1"/>
            <a:t>can</a:t>
          </a:r>
          <a:r>
            <a:rPr lang="pt-BR" dirty="0"/>
            <a:t> </a:t>
          </a:r>
          <a:r>
            <a:rPr lang="pt-BR" dirty="0" err="1"/>
            <a:t>add</a:t>
          </a:r>
          <a:r>
            <a:rPr lang="pt-BR" dirty="0"/>
            <a:t>, delete </a:t>
          </a:r>
          <a:r>
            <a:rPr lang="pt-BR" dirty="0" err="1"/>
            <a:t>or</a:t>
          </a:r>
          <a:r>
            <a:rPr lang="pt-BR" dirty="0"/>
            <a:t> </a:t>
          </a:r>
          <a:r>
            <a:rPr lang="pt-BR" dirty="0" err="1"/>
            <a:t>edit</a:t>
          </a:r>
          <a:r>
            <a:rPr lang="pt-BR" dirty="0"/>
            <a:t> fake </a:t>
          </a:r>
          <a:r>
            <a:rPr lang="pt-BR" dirty="0" err="1"/>
            <a:t>users</a:t>
          </a:r>
          <a:r>
            <a:rPr lang="pt-BR" dirty="0"/>
            <a:t>;</a:t>
          </a:r>
        </a:p>
      </dgm:t>
    </dgm:pt>
    <dgm:pt modelId="{024A623A-E5B0-4B57-87B8-5D2C7615465A}" type="parTrans" cxnId="{8FAC134B-2C63-4D18-8956-C866DA5AEA5C}">
      <dgm:prSet/>
      <dgm:spPr/>
      <dgm:t>
        <a:bodyPr/>
        <a:lstStyle/>
        <a:p>
          <a:endParaRPr lang="pt-BR"/>
        </a:p>
      </dgm:t>
    </dgm:pt>
    <dgm:pt modelId="{E5871BB9-3821-4BB3-B719-095000CD66AE}" type="sibTrans" cxnId="{8FAC134B-2C63-4D18-8956-C866DA5AEA5C}">
      <dgm:prSet/>
      <dgm:spPr/>
      <dgm:t>
        <a:bodyPr/>
        <a:lstStyle/>
        <a:p>
          <a:endParaRPr lang="pt-BR"/>
        </a:p>
      </dgm:t>
    </dgm:pt>
    <dgm:pt modelId="{DC21342C-4079-4B07-BD0A-5ED8A987D479}">
      <dgm:prSet/>
      <dgm:spPr/>
      <dgm:t>
        <a:bodyPr/>
        <a:lstStyle/>
        <a:p>
          <a:r>
            <a:rPr lang="pt-BR" dirty="0"/>
            <a:t>You </a:t>
          </a:r>
          <a:r>
            <a:rPr lang="pt-BR" dirty="0" err="1"/>
            <a:t>can</a:t>
          </a:r>
          <a:r>
            <a:rPr lang="pt-BR" dirty="0"/>
            <a:t> </a:t>
          </a:r>
          <a:r>
            <a:rPr lang="pt-BR" dirty="0" err="1"/>
            <a:t>put</a:t>
          </a:r>
          <a:r>
            <a:rPr lang="pt-BR" dirty="0"/>
            <a:t> </a:t>
          </a:r>
          <a:r>
            <a:rPr lang="pt-BR" dirty="0" err="1"/>
            <a:t>them</a:t>
          </a:r>
          <a:r>
            <a:rPr lang="pt-BR" dirty="0"/>
            <a:t> in Games, </a:t>
          </a:r>
          <a:r>
            <a:rPr lang="pt-BR" dirty="0" err="1"/>
            <a:t>change</a:t>
          </a:r>
          <a:r>
            <a:rPr lang="pt-BR" dirty="0"/>
            <a:t> online, offline, etc.</a:t>
          </a:r>
        </a:p>
      </dgm:t>
    </dgm:pt>
    <dgm:pt modelId="{112C22D3-5152-42A7-8054-52D7B4BC54AB}" type="parTrans" cxnId="{02F9CC5B-CFC1-4E0F-A1C2-BA6AEBFA9C60}">
      <dgm:prSet/>
      <dgm:spPr/>
      <dgm:t>
        <a:bodyPr/>
        <a:lstStyle/>
        <a:p>
          <a:endParaRPr lang="pt-BR"/>
        </a:p>
      </dgm:t>
    </dgm:pt>
    <dgm:pt modelId="{31DF1FCC-7282-4700-875A-4C69FE24A813}" type="sibTrans" cxnId="{02F9CC5B-CFC1-4E0F-A1C2-BA6AEBFA9C60}">
      <dgm:prSet/>
      <dgm:spPr/>
      <dgm:t>
        <a:bodyPr/>
        <a:lstStyle/>
        <a:p>
          <a:endParaRPr lang="pt-BR"/>
        </a:p>
      </dgm:t>
    </dgm:pt>
    <dgm:pt modelId="{F9E908C4-1610-4C97-878A-96EA5BF5D54C}" type="pres">
      <dgm:prSet presAssocID="{B20668BF-0539-4071-A9A1-BFDD2BCF81B2}" presName="Name0" presStyleCnt="0">
        <dgm:presLayoutVars>
          <dgm:dir/>
          <dgm:animLvl val="lvl"/>
          <dgm:resizeHandles val="exact"/>
        </dgm:presLayoutVars>
      </dgm:prSet>
      <dgm:spPr/>
    </dgm:pt>
    <dgm:pt modelId="{DBD84FF6-4F02-44D0-9F45-7FF053C0B4E6}" type="pres">
      <dgm:prSet presAssocID="{31FEE63D-E66F-4FFA-A2C9-7BF34F6AF7DF}" presName="linNode" presStyleCnt="0"/>
      <dgm:spPr/>
    </dgm:pt>
    <dgm:pt modelId="{96995206-BCD8-4923-AF9B-5F055E28A714}" type="pres">
      <dgm:prSet presAssocID="{31FEE63D-E66F-4FFA-A2C9-7BF34F6AF7DF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AAC694FB-C5D7-485A-B162-BC555B364BC0}" type="pres">
      <dgm:prSet presAssocID="{31FEE63D-E66F-4FFA-A2C9-7BF34F6AF7DF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5592E502-1D87-4E7E-8271-D99FBCE93D5A}" type="presOf" srcId="{35CD7521-BE06-43A4-AC65-D1FBFECFBEC0}" destId="{AAC694FB-C5D7-485A-B162-BC555B364BC0}" srcOrd="0" destOrd="0" presId="urn:microsoft.com/office/officeart/2005/8/layout/vList5"/>
    <dgm:cxn modelId="{6E2CCC2C-9BB1-44A6-A817-C60CF453D3E2}" type="presOf" srcId="{31FEE63D-E66F-4FFA-A2C9-7BF34F6AF7DF}" destId="{96995206-BCD8-4923-AF9B-5F055E28A714}" srcOrd="0" destOrd="0" presId="urn:microsoft.com/office/officeart/2005/8/layout/vList5"/>
    <dgm:cxn modelId="{02F9CC5B-CFC1-4E0F-A1C2-BA6AEBFA9C60}" srcId="{31FEE63D-E66F-4FFA-A2C9-7BF34F6AF7DF}" destId="{DC21342C-4079-4B07-BD0A-5ED8A987D479}" srcOrd="1" destOrd="0" parTransId="{112C22D3-5152-42A7-8054-52D7B4BC54AB}" sibTransId="{31DF1FCC-7282-4700-875A-4C69FE24A813}"/>
    <dgm:cxn modelId="{8FAC134B-2C63-4D18-8956-C866DA5AEA5C}" srcId="{31FEE63D-E66F-4FFA-A2C9-7BF34F6AF7DF}" destId="{35CD7521-BE06-43A4-AC65-D1FBFECFBEC0}" srcOrd="0" destOrd="0" parTransId="{024A623A-E5B0-4B57-87B8-5D2C7615465A}" sibTransId="{E5871BB9-3821-4BB3-B719-095000CD66AE}"/>
    <dgm:cxn modelId="{8047F5B9-42E0-4166-A69E-29AB60F84F86}" srcId="{B20668BF-0539-4071-A9A1-BFDD2BCF81B2}" destId="{31FEE63D-E66F-4FFA-A2C9-7BF34F6AF7DF}" srcOrd="0" destOrd="0" parTransId="{79BA51EE-9DE0-4508-AE10-EDD585E0C37D}" sibTransId="{8B9AA717-039C-46DF-9B17-8F58E6228B25}"/>
    <dgm:cxn modelId="{3176D9D4-A4DE-44C8-8CAA-CB2A483F48E4}" type="presOf" srcId="{B20668BF-0539-4071-A9A1-BFDD2BCF81B2}" destId="{F9E908C4-1610-4C97-878A-96EA5BF5D54C}" srcOrd="0" destOrd="0" presId="urn:microsoft.com/office/officeart/2005/8/layout/vList5"/>
    <dgm:cxn modelId="{35B6F7E9-B0F5-4D49-BC79-721F59FC2515}" type="presOf" srcId="{DC21342C-4079-4B07-BD0A-5ED8A987D479}" destId="{AAC694FB-C5D7-485A-B162-BC555B364BC0}" srcOrd="0" destOrd="1" presId="urn:microsoft.com/office/officeart/2005/8/layout/vList5"/>
    <dgm:cxn modelId="{78843F6E-F0EE-41C7-BBE9-5251C10856F0}" type="presParOf" srcId="{F9E908C4-1610-4C97-878A-96EA5BF5D54C}" destId="{DBD84FF6-4F02-44D0-9F45-7FF053C0B4E6}" srcOrd="0" destOrd="0" presId="urn:microsoft.com/office/officeart/2005/8/layout/vList5"/>
    <dgm:cxn modelId="{EBCACDAD-D1FD-436E-B945-8D88E287BD85}" type="presParOf" srcId="{DBD84FF6-4F02-44D0-9F45-7FF053C0B4E6}" destId="{96995206-BCD8-4923-AF9B-5F055E28A714}" srcOrd="0" destOrd="0" presId="urn:microsoft.com/office/officeart/2005/8/layout/vList5"/>
    <dgm:cxn modelId="{4F524555-F99D-4A20-9757-55DB2A4380FB}" type="presParOf" srcId="{DBD84FF6-4F02-44D0-9F45-7FF053C0B4E6}" destId="{AAC694FB-C5D7-485A-B162-BC555B364BC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265A85-9A9F-4D18-81C5-481E3E2829DB}" type="doc">
      <dgm:prSet loTypeId="urn:microsoft.com/office/officeart/2005/8/layout/vList5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pt-BR"/>
        </a:p>
      </dgm:t>
    </dgm:pt>
    <dgm:pt modelId="{C4F0555B-45D5-4A8B-8664-3FA6E7B3EFCE}">
      <dgm:prSet phldrT="[Texto]" phldr="0" custT="1"/>
      <dgm:spPr/>
      <dgm:t>
        <a:bodyPr/>
        <a:lstStyle/>
        <a:p>
          <a:r>
            <a:rPr lang="pt-BR" sz="1600" dirty="0"/>
            <a:t>Game </a:t>
          </a:r>
          <a:r>
            <a:rPr lang="pt-BR" sz="1600" dirty="0" err="1"/>
            <a:t>History</a:t>
          </a:r>
          <a:endParaRPr lang="pt-BR" sz="1600" dirty="0"/>
        </a:p>
      </dgm:t>
    </dgm:pt>
    <dgm:pt modelId="{17F8755E-FB14-4C5A-9EEB-1E61050B6AB4}" type="parTrans" cxnId="{B2C3A751-8BD2-41D7-99C6-4542AB35A6A1}">
      <dgm:prSet/>
      <dgm:spPr/>
      <dgm:t>
        <a:bodyPr/>
        <a:lstStyle/>
        <a:p>
          <a:endParaRPr lang="pt-BR" sz="2000"/>
        </a:p>
      </dgm:t>
    </dgm:pt>
    <dgm:pt modelId="{CCE641FD-388A-4267-A629-301DC3D14C8D}" type="sibTrans" cxnId="{B2C3A751-8BD2-41D7-99C6-4542AB35A6A1}">
      <dgm:prSet/>
      <dgm:spPr/>
      <dgm:t>
        <a:bodyPr/>
        <a:lstStyle/>
        <a:p>
          <a:endParaRPr lang="pt-BR" sz="2000"/>
        </a:p>
      </dgm:t>
    </dgm:pt>
    <dgm:pt modelId="{C32B9305-CB1D-49C4-B98F-DCF1207B9CE0}">
      <dgm:prSet phldrT="[Texto]" phldr="0" custT="1"/>
      <dgm:spPr/>
      <dgm:t>
        <a:bodyPr/>
        <a:lstStyle/>
        <a:p>
          <a:r>
            <a:rPr lang="pt-BR" sz="1400" dirty="0"/>
            <a:t>It </a:t>
          </a:r>
          <a:r>
            <a:rPr lang="pt-BR" sz="1400" dirty="0" err="1"/>
            <a:t>contains</a:t>
          </a:r>
          <a:r>
            <a:rPr lang="pt-BR" sz="1400" dirty="0"/>
            <a:t> </a:t>
          </a:r>
          <a:r>
            <a:rPr lang="pt-BR" sz="1400" dirty="0" err="1"/>
            <a:t>all</a:t>
          </a:r>
          <a:r>
            <a:rPr lang="pt-BR" sz="1400" dirty="0"/>
            <a:t> moves. By </a:t>
          </a:r>
          <a:r>
            <a:rPr lang="pt-BR" sz="1400" dirty="0" err="1"/>
            <a:t>clicking</a:t>
          </a:r>
          <a:r>
            <a:rPr lang="pt-BR" sz="1400" dirty="0"/>
            <a:t> </a:t>
          </a:r>
          <a:r>
            <a:rPr lang="pt-BR" sz="1400" dirty="0" err="1"/>
            <a:t>on</a:t>
          </a:r>
          <a:r>
            <a:rPr lang="pt-BR" sz="1400" dirty="0"/>
            <a:t> a move you </a:t>
          </a:r>
          <a:r>
            <a:rPr lang="pt-BR" sz="1400" dirty="0" err="1"/>
            <a:t>can</a:t>
          </a:r>
          <a:r>
            <a:rPr lang="pt-BR" sz="1400" dirty="0"/>
            <a:t> </a:t>
          </a:r>
          <a:r>
            <a:rPr lang="pt-BR" sz="1400" dirty="0" err="1"/>
            <a:t>change</a:t>
          </a:r>
          <a:r>
            <a:rPr lang="pt-BR" sz="1400" dirty="0"/>
            <a:t> </a:t>
          </a:r>
          <a:r>
            <a:rPr lang="pt-BR" sz="1400" dirty="0" err="1"/>
            <a:t>the</a:t>
          </a:r>
          <a:r>
            <a:rPr lang="pt-BR" sz="1400" dirty="0"/>
            <a:t> board </a:t>
          </a:r>
          <a:r>
            <a:rPr lang="pt-BR" sz="1400" dirty="0" err="1"/>
            <a:t>to</a:t>
          </a:r>
          <a:r>
            <a:rPr lang="pt-BR" sz="1400" dirty="0"/>
            <a:t> </a:t>
          </a:r>
          <a:r>
            <a:rPr lang="pt-BR" sz="1400" dirty="0" err="1"/>
            <a:t>any</a:t>
          </a:r>
          <a:r>
            <a:rPr lang="pt-BR" sz="1400" dirty="0"/>
            <a:t> </a:t>
          </a:r>
          <a:r>
            <a:rPr lang="pt-BR" sz="1400" dirty="0" err="1"/>
            <a:t>previous</a:t>
          </a:r>
          <a:r>
            <a:rPr lang="pt-BR" sz="1400" dirty="0"/>
            <a:t> </a:t>
          </a:r>
          <a:r>
            <a:rPr lang="pt-BR" sz="1400" dirty="0" err="1"/>
            <a:t>phase</a:t>
          </a:r>
          <a:r>
            <a:rPr lang="pt-BR" sz="1400" dirty="0"/>
            <a:t> </a:t>
          </a:r>
          <a:r>
            <a:rPr lang="pt-BR" sz="1400" dirty="0" err="1"/>
            <a:t>of</a:t>
          </a:r>
          <a:r>
            <a:rPr lang="pt-BR" sz="1400" dirty="0"/>
            <a:t> </a:t>
          </a:r>
          <a:r>
            <a:rPr lang="pt-BR" sz="1400" dirty="0" err="1"/>
            <a:t>the</a:t>
          </a:r>
          <a:r>
            <a:rPr lang="pt-BR" sz="1400" dirty="0"/>
            <a:t> game.</a:t>
          </a:r>
        </a:p>
      </dgm:t>
    </dgm:pt>
    <dgm:pt modelId="{2A3D3730-1938-4F53-9555-575F140A0A98}" type="parTrans" cxnId="{15F143FD-BB59-4905-AA2B-5104FC7BB119}">
      <dgm:prSet/>
      <dgm:spPr/>
      <dgm:t>
        <a:bodyPr/>
        <a:lstStyle/>
        <a:p>
          <a:endParaRPr lang="pt-BR" sz="2000"/>
        </a:p>
      </dgm:t>
    </dgm:pt>
    <dgm:pt modelId="{E001239C-ECEE-4D98-BD6F-6FDBFAC57C12}" type="sibTrans" cxnId="{15F143FD-BB59-4905-AA2B-5104FC7BB119}">
      <dgm:prSet/>
      <dgm:spPr/>
      <dgm:t>
        <a:bodyPr/>
        <a:lstStyle/>
        <a:p>
          <a:endParaRPr lang="pt-BR" sz="2000"/>
        </a:p>
      </dgm:t>
    </dgm:pt>
    <dgm:pt modelId="{1091174A-95D2-484D-BB88-8FD1242B8FA2}">
      <dgm:prSet phldrT="[Texto]" phldr="0" custT="1"/>
      <dgm:spPr/>
      <dgm:t>
        <a:bodyPr/>
        <a:lstStyle/>
        <a:p>
          <a:r>
            <a:rPr lang="pt-BR" sz="1600" dirty="0"/>
            <a:t>Game Board</a:t>
          </a:r>
        </a:p>
      </dgm:t>
    </dgm:pt>
    <dgm:pt modelId="{4D02EECB-41D7-4CDA-AF48-0A304EB624C1}" type="parTrans" cxnId="{40B16768-49D1-4D96-A498-6A0DBA19D095}">
      <dgm:prSet/>
      <dgm:spPr/>
      <dgm:t>
        <a:bodyPr/>
        <a:lstStyle/>
        <a:p>
          <a:endParaRPr lang="pt-BR" sz="2000"/>
        </a:p>
      </dgm:t>
    </dgm:pt>
    <dgm:pt modelId="{CDCBE999-7BA7-4DAD-8604-1418210C4A4C}" type="sibTrans" cxnId="{40B16768-49D1-4D96-A498-6A0DBA19D095}">
      <dgm:prSet/>
      <dgm:spPr/>
      <dgm:t>
        <a:bodyPr/>
        <a:lstStyle/>
        <a:p>
          <a:endParaRPr lang="pt-BR" sz="2000"/>
        </a:p>
      </dgm:t>
    </dgm:pt>
    <dgm:pt modelId="{2EB5E60B-F5AB-4032-A81E-0CB6BA35546A}">
      <dgm:prSet phldrT="[Texto]" phldr="0" custT="1"/>
      <dgm:spPr/>
      <dgm:t>
        <a:bodyPr/>
        <a:lstStyle/>
        <a:p>
          <a:r>
            <a:rPr lang="pt-BR" sz="1400" dirty="0"/>
            <a:t>You have </a:t>
          </a:r>
          <a:r>
            <a:rPr lang="pt-BR" sz="1400" dirty="0" err="1"/>
            <a:t>the</a:t>
          </a:r>
          <a:r>
            <a:rPr lang="pt-BR" sz="1400" dirty="0"/>
            <a:t> </a:t>
          </a:r>
          <a:r>
            <a:rPr lang="pt-BR" sz="1400" dirty="0" err="1"/>
            <a:t>Pieces</a:t>
          </a:r>
          <a:r>
            <a:rPr lang="pt-BR" sz="1400" dirty="0"/>
            <a:t> </a:t>
          </a:r>
          <a:r>
            <a:rPr lang="pt-BR" sz="1400" dirty="0" err="1"/>
            <a:t>here</a:t>
          </a:r>
          <a:r>
            <a:rPr lang="pt-BR" sz="1400" dirty="0"/>
            <a:t>. Click </a:t>
          </a:r>
          <a:r>
            <a:rPr lang="pt-BR" sz="1400" dirty="0" err="1"/>
            <a:t>on</a:t>
          </a:r>
          <a:r>
            <a:rPr lang="pt-BR" sz="1400" dirty="0"/>
            <a:t> a </a:t>
          </a:r>
          <a:r>
            <a:rPr lang="pt-BR" sz="1400" dirty="0" err="1"/>
            <a:t>piece</a:t>
          </a:r>
          <a:r>
            <a:rPr lang="pt-BR" sz="1400" dirty="0"/>
            <a:t> </a:t>
          </a:r>
          <a:r>
            <a:rPr lang="pt-BR" sz="1400" dirty="0" err="1"/>
            <a:t>to</a:t>
          </a:r>
          <a:r>
            <a:rPr lang="pt-BR" sz="1400" dirty="0"/>
            <a:t> show </a:t>
          </a:r>
          <a:r>
            <a:rPr lang="pt-BR" sz="1400" dirty="0" err="1"/>
            <a:t>highlighted</a:t>
          </a:r>
          <a:r>
            <a:rPr lang="pt-BR" sz="1400" dirty="0"/>
            <a:t> </a:t>
          </a:r>
          <a:r>
            <a:rPr lang="pt-BR" sz="1400" dirty="0" err="1"/>
            <a:t>squares</a:t>
          </a:r>
          <a:r>
            <a:rPr lang="pt-BR" sz="1400" dirty="0"/>
            <a:t> </a:t>
          </a:r>
          <a:r>
            <a:rPr lang="pt-BR" sz="1400" dirty="0" err="1"/>
            <a:t>on</a:t>
          </a:r>
          <a:r>
            <a:rPr lang="pt-BR" sz="1400" dirty="0"/>
            <a:t> </a:t>
          </a:r>
          <a:r>
            <a:rPr lang="pt-BR" sz="1400" dirty="0" err="1"/>
            <a:t>the</a:t>
          </a:r>
          <a:r>
            <a:rPr lang="pt-BR" sz="1400" dirty="0"/>
            <a:t> board </a:t>
          </a:r>
          <a:r>
            <a:rPr lang="pt-BR" sz="1400" dirty="0" err="1"/>
            <a:t>of</a:t>
          </a:r>
          <a:r>
            <a:rPr lang="pt-BR" sz="1400" dirty="0"/>
            <a:t> its </a:t>
          </a:r>
          <a:r>
            <a:rPr lang="pt-BR" sz="1400" dirty="0" err="1"/>
            <a:t>possible</a:t>
          </a:r>
          <a:r>
            <a:rPr lang="pt-BR" sz="1400" dirty="0"/>
            <a:t> moves. You </a:t>
          </a:r>
          <a:r>
            <a:rPr lang="pt-BR" sz="1400" dirty="0" err="1"/>
            <a:t>can</a:t>
          </a:r>
          <a:r>
            <a:rPr lang="pt-BR" sz="1400" dirty="0"/>
            <a:t> </a:t>
          </a:r>
          <a:r>
            <a:rPr lang="pt-BR" sz="1400" dirty="0" err="1"/>
            <a:t>also</a:t>
          </a:r>
          <a:r>
            <a:rPr lang="pt-BR" sz="1400" dirty="0"/>
            <a:t> drag it </a:t>
          </a:r>
          <a:r>
            <a:rPr lang="pt-BR" sz="1400" dirty="0" err="1"/>
            <a:t>to</a:t>
          </a:r>
          <a:r>
            <a:rPr lang="pt-BR" sz="1400" dirty="0"/>
            <a:t> </a:t>
          </a:r>
          <a:r>
            <a:rPr lang="pt-BR" sz="1400" dirty="0" err="1"/>
            <a:t>the</a:t>
          </a:r>
          <a:r>
            <a:rPr lang="pt-BR" sz="1400" dirty="0"/>
            <a:t> </a:t>
          </a:r>
          <a:r>
            <a:rPr lang="pt-BR" sz="1400" dirty="0" err="1"/>
            <a:t>desired</a:t>
          </a:r>
          <a:r>
            <a:rPr lang="pt-BR" sz="1400" dirty="0"/>
            <a:t> </a:t>
          </a:r>
          <a:r>
            <a:rPr lang="pt-BR" sz="1400" dirty="0" err="1"/>
            <a:t>square</a:t>
          </a:r>
          <a:r>
            <a:rPr lang="pt-BR" sz="1400" dirty="0"/>
            <a:t>.</a:t>
          </a:r>
        </a:p>
      </dgm:t>
    </dgm:pt>
    <dgm:pt modelId="{0F145975-4D3D-4A57-90AE-881E7FC6A321}" type="parTrans" cxnId="{67012004-6C09-4A04-B9FB-E6F709F3BEC6}">
      <dgm:prSet/>
      <dgm:spPr/>
      <dgm:t>
        <a:bodyPr/>
        <a:lstStyle/>
        <a:p>
          <a:endParaRPr lang="pt-BR" sz="2000"/>
        </a:p>
      </dgm:t>
    </dgm:pt>
    <dgm:pt modelId="{3BE42A23-3589-438F-AC02-01703E2B1BB8}" type="sibTrans" cxnId="{67012004-6C09-4A04-B9FB-E6F709F3BEC6}">
      <dgm:prSet/>
      <dgm:spPr/>
      <dgm:t>
        <a:bodyPr/>
        <a:lstStyle/>
        <a:p>
          <a:endParaRPr lang="pt-BR" sz="2000"/>
        </a:p>
      </dgm:t>
    </dgm:pt>
    <dgm:pt modelId="{9A786335-520A-4D5A-B21F-3411D4D73E41}">
      <dgm:prSet phldrT="[Texto]" phldr="0" custT="1"/>
      <dgm:spPr/>
      <dgm:t>
        <a:bodyPr/>
        <a:lstStyle/>
        <a:p>
          <a:r>
            <a:rPr lang="pt-BR" sz="1600" dirty="0"/>
            <a:t>Game Menu</a:t>
          </a:r>
        </a:p>
      </dgm:t>
    </dgm:pt>
    <dgm:pt modelId="{EB39F889-C97D-4EC8-A994-DA1AFEDFA87D}" type="parTrans" cxnId="{9C26873A-F8F8-4B5B-A9C8-A508359E3475}">
      <dgm:prSet/>
      <dgm:spPr/>
      <dgm:t>
        <a:bodyPr/>
        <a:lstStyle/>
        <a:p>
          <a:endParaRPr lang="pt-BR" sz="2000"/>
        </a:p>
      </dgm:t>
    </dgm:pt>
    <dgm:pt modelId="{EBA23F99-005F-4C15-863C-66336BFC2683}" type="sibTrans" cxnId="{9C26873A-F8F8-4B5B-A9C8-A508359E3475}">
      <dgm:prSet/>
      <dgm:spPr/>
      <dgm:t>
        <a:bodyPr/>
        <a:lstStyle/>
        <a:p>
          <a:endParaRPr lang="pt-BR" sz="2000"/>
        </a:p>
      </dgm:t>
    </dgm:pt>
    <dgm:pt modelId="{80736B2B-3CFC-4EB3-8D41-E3754551EA40}">
      <dgm:prSet phldrT="[Texto]" phldr="0" custT="1"/>
      <dgm:spPr>
        <a:solidFill>
          <a:srgbClr val="574FFF"/>
        </a:solidFill>
      </dgm:spPr>
      <dgm:t>
        <a:bodyPr/>
        <a:lstStyle/>
        <a:p>
          <a:r>
            <a:rPr lang="pt-BR" sz="1600" dirty="0"/>
            <a:t>Game Chat</a:t>
          </a:r>
        </a:p>
      </dgm:t>
    </dgm:pt>
    <dgm:pt modelId="{795CF20A-85AD-43B4-8AF9-E5A0E690310E}" type="parTrans" cxnId="{6609CED9-69D8-499E-9F28-AEF691747CFA}">
      <dgm:prSet/>
      <dgm:spPr/>
      <dgm:t>
        <a:bodyPr/>
        <a:lstStyle/>
        <a:p>
          <a:endParaRPr lang="pt-BR" sz="2000"/>
        </a:p>
      </dgm:t>
    </dgm:pt>
    <dgm:pt modelId="{D3C3E8EB-5D3C-4E50-A79D-3A2038867873}" type="sibTrans" cxnId="{6609CED9-69D8-499E-9F28-AEF691747CFA}">
      <dgm:prSet/>
      <dgm:spPr/>
      <dgm:t>
        <a:bodyPr/>
        <a:lstStyle/>
        <a:p>
          <a:endParaRPr lang="pt-BR" sz="2000"/>
        </a:p>
      </dgm:t>
    </dgm:pt>
    <dgm:pt modelId="{7682B435-2042-4B99-AF6A-DC18F76AE718}">
      <dgm:prSet phldrT="[Texto]" phldr="0" custT="1"/>
      <dgm:spPr/>
      <dgm:t>
        <a:bodyPr/>
        <a:lstStyle/>
        <a:p>
          <a:r>
            <a:rPr lang="pt-BR" sz="1400" dirty="0" err="1"/>
            <a:t>An</a:t>
          </a:r>
          <a:r>
            <a:rPr lang="pt-BR" sz="1400" dirty="0"/>
            <a:t> input </a:t>
          </a:r>
          <a:r>
            <a:rPr lang="pt-BR" sz="1400" dirty="0" err="1"/>
            <a:t>and</a:t>
          </a:r>
          <a:r>
            <a:rPr lang="pt-BR" sz="1400" dirty="0"/>
            <a:t> a </a:t>
          </a:r>
          <a:r>
            <a:rPr lang="pt-BR" sz="1400" dirty="0" err="1"/>
            <a:t>button</a:t>
          </a:r>
          <a:r>
            <a:rPr lang="pt-BR" sz="1400" dirty="0"/>
            <a:t> </a:t>
          </a:r>
          <a:r>
            <a:rPr lang="pt-BR" sz="1400" dirty="0" err="1"/>
            <a:t>to</a:t>
          </a:r>
          <a:r>
            <a:rPr lang="pt-BR" sz="1400" dirty="0"/>
            <a:t> </a:t>
          </a:r>
          <a:r>
            <a:rPr lang="pt-BR" sz="1400" dirty="0" err="1"/>
            <a:t>send</a:t>
          </a:r>
          <a:r>
            <a:rPr lang="pt-BR" sz="1400" dirty="0"/>
            <a:t> </a:t>
          </a:r>
          <a:r>
            <a:rPr lang="pt-BR" sz="1400" dirty="0" err="1"/>
            <a:t>messages</a:t>
          </a:r>
          <a:r>
            <a:rPr lang="pt-BR" sz="1400" dirty="0"/>
            <a:t>; </a:t>
          </a:r>
          <a:r>
            <a:rPr lang="pt-BR" sz="1400" dirty="0" err="1"/>
            <a:t>an</a:t>
          </a:r>
          <a:r>
            <a:rPr lang="pt-BR" sz="1400" dirty="0"/>
            <a:t> output </a:t>
          </a:r>
          <a:r>
            <a:rPr lang="pt-BR" sz="1400" dirty="0" err="1"/>
            <a:t>to</a:t>
          </a:r>
          <a:r>
            <a:rPr lang="pt-BR" sz="1400" dirty="0"/>
            <a:t> show </a:t>
          </a:r>
          <a:r>
            <a:rPr lang="pt-BR" sz="1400" dirty="0" err="1"/>
            <a:t>the</a:t>
          </a:r>
          <a:r>
            <a:rPr lang="pt-BR" sz="1400" dirty="0"/>
            <a:t> </a:t>
          </a:r>
          <a:r>
            <a:rPr lang="pt-BR" sz="1400" dirty="0" err="1"/>
            <a:t>messages</a:t>
          </a:r>
          <a:r>
            <a:rPr lang="pt-BR" sz="1400" dirty="0"/>
            <a:t> sent. </a:t>
          </a:r>
          <a:r>
            <a:rPr lang="pt-BR" sz="1400" dirty="0" err="1"/>
            <a:t>Player’s</a:t>
          </a:r>
          <a:r>
            <a:rPr lang="pt-BR" sz="1400" dirty="0"/>
            <a:t> </a:t>
          </a:r>
          <a:r>
            <a:rPr lang="pt-BR" sz="1400" dirty="0" err="1"/>
            <a:t>messages</a:t>
          </a:r>
          <a:r>
            <a:rPr lang="pt-BR" sz="1400" dirty="0"/>
            <a:t> </a:t>
          </a:r>
          <a:r>
            <a:rPr lang="pt-BR" sz="1400" dirty="0" err="1"/>
            <a:t>will</a:t>
          </a:r>
          <a:r>
            <a:rPr lang="pt-BR" sz="1400" dirty="0"/>
            <a:t> </a:t>
          </a:r>
          <a:r>
            <a:rPr lang="pt-BR" sz="1400" dirty="0" err="1"/>
            <a:t>be</a:t>
          </a:r>
          <a:r>
            <a:rPr lang="pt-BR" sz="1400" dirty="0"/>
            <a:t> set </a:t>
          </a:r>
          <a:r>
            <a:rPr lang="pt-BR" sz="1400" dirty="0" err="1"/>
            <a:t>on</a:t>
          </a:r>
          <a:r>
            <a:rPr lang="pt-BR" sz="1400" dirty="0"/>
            <a:t> </a:t>
          </a:r>
          <a:r>
            <a:rPr lang="pt-BR" sz="1400" dirty="0" err="1"/>
            <a:t>opposite</a:t>
          </a:r>
          <a:r>
            <a:rPr lang="pt-BR" sz="1400" dirty="0"/>
            <a:t> </a:t>
          </a:r>
          <a:r>
            <a:rPr lang="pt-BR" sz="1400" dirty="0" err="1"/>
            <a:t>sides</a:t>
          </a:r>
          <a:r>
            <a:rPr lang="pt-BR" sz="1400" dirty="0"/>
            <a:t>.</a:t>
          </a:r>
        </a:p>
      </dgm:t>
    </dgm:pt>
    <dgm:pt modelId="{FF745DF6-3EE1-4520-9F89-363215165D3F}" type="parTrans" cxnId="{37B7C498-A291-43AB-A62F-3CAAC3CF4C35}">
      <dgm:prSet/>
      <dgm:spPr/>
      <dgm:t>
        <a:bodyPr/>
        <a:lstStyle/>
        <a:p>
          <a:endParaRPr lang="pt-BR" sz="2000"/>
        </a:p>
      </dgm:t>
    </dgm:pt>
    <dgm:pt modelId="{3B6657FB-FC64-4CC8-8AF0-6EA003FE46DC}" type="sibTrans" cxnId="{37B7C498-A291-43AB-A62F-3CAAC3CF4C35}">
      <dgm:prSet/>
      <dgm:spPr/>
      <dgm:t>
        <a:bodyPr/>
        <a:lstStyle/>
        <a:p>
          <a:endParaRPr lang="pt-BR" sz="2000"/>
        </a:p>
      </dgm:t>
    </dgm:pt>
    <dgm:pt modelId="{2DB2A108-2EB8-41B5-BC42-1D55BBA5334B}">
      <dgm:prSet phldrT="[Texto]" phldr="1" custT="1"/>
      <dgm:spPr/>
      <dgm:t>
        <a:bodyPr/>
        <a:lstStyle/>
        <a:p>
          <a:endParaRPr lang="pt-BR" sz="1400" dirty="0"/>
        </a:p>
      </dgm:t>
    </dgm:pt>
    <dgm:pt modelId="{AAA36585-FA7A-483A-9530-4AA742ECC0F4}" type="parTrans" cxnId="{9302C547-1F97-4CFB-BDDA-2CB10DA7EB42}">
      <dgm:prSet/>
      <dgm:spPr/>
      <dgm:t>
        <a:bodyPr/>
        <a:lstStyle/>
        <a:p>
          <a:endParaRPr lang="pt-BR" sz="2000"/>
        </a:p>
      </dgm:t>
    </dgm:pt>
    <dgm:pt modelId="{87D0E8BD-544E-4970-B5DC-E44C396C74B1}" type="sibTrans" cxnId="{9302C547-1F97-4CFB-BDDA-2CB10DA7EB42}">
      <dgm:prSet/>
      <dgm:spPr/>
      <dgm:t>
        <a:bodyPr/>
        <a:lstStyle/>
        <a:p>
          <a:endParaRPr lang="pt-BR" sz="2000"/>
        </a:p>
      </dgm:t>
    </dgm:pt>
    <dgm:pt modelId="{2108F9DB-A842-4C58-9668-78ED1BC64A5C}">
      <dgm:prSet phldrT="[Texto]" phldr="0" custT="1"/>
      <dgm:spPr/>
      <dgm:t>
        <a:bodyPr/>
        <a:lstStyle/>
        <a:p>
          <a:r>
            <a:rPr lang="pt-BR" sz="1400" dirty="0" err="1"/>
            <a:t>Ocurring</a:t>
          </a:r>
          <a:r>
            <a:rPr lang="pt-BR" sz="1400" dirty="0"/>
            <a:t> </a:t>
          </a:r>
          <a:r>
            <a:rPr lang="pt-BR" sz="1400" dirty="0" err="1"/>
            <a:t>state</a:t>
          </a:r>
          <a:r>
            <a:rPr lang="pt-BR" sz="1400" dirty="0"/>
            <a:t>:</a:t>
          </a:r>
        </a:p>
      </dgm:t>
    </dgm:pt>
    <dgm:pt modelId="{BC04544B-8764-444F-AF8C-C215C88E88C7}" type="parTrans" cxnId="{0E3FD42B-D8A8-4287-B1C7-F2D38F76A21E}">
      <dgm:prSet/>
      <dgm:spPr/>
      <dgm:t>
        <a:bodyPr/>
        <a:lstStyle/>
        <a:p>
          <a:endParaRPr lang="pt-BR" sz="2000"/>
        </a:p>
      </dgm:t>
    </dgm:pt>
    <dgm:pt modelId="{4428056C-8BF9-4239-B779-504244E013BD}" type="sibTrans" cxnId="{0E3FD42B-D8A8-4287-B1C7-F2D38F76A21E}">
      <dgm:prSet/>
      <dgm:spPr/>
      <dgm:t>
        <a:bodyPr/>
        <a:lstStyle/>
        <a:p>
          <a:endParaRPr lang="pt-BR" sz="2000"/>
        </a:p>
      </dgm:t>
    </dgm:pt>
    <dgm:pt modelId="{F43BD042-9EFA-4122-B9EA-771165A65DDC}">
      <dgm:prSet phldrT="[Texto]" phldr="0" custT="1"/>
      <dgm:spPr/>
      <dgm:t>
        <a:bodyPr/>
        <a:lstStyle/>
        <a:p>
          <a:r>
            <a:rPr lang="pt-BR" sz="1400" dirty="0" err="1"/>
            <a:t>Resign</a:t>
          </a:r>
          <a:r>
            <a:rPr lang="pt-BR" sz="1400" dirty="0"/>
            <a:t> (</a:t>
          </a:r>
          <a:r>
            <a:rPr lang="pt-BR" sz="1400" dirty="0" err="1"/>
            <a:t>with</a:t>
          </a:r>
          <a:r>
            <a:rPr lang="pt-BR" sz="1400" dirty="0"/>
            <a:t> </a:t>
          </a:r>
          <a:r>
            <a:rPr lang="pt-BR" sz="1400" dirty="0" err="1"/>
            <a:t>conffirmation</a:t>
          </a:r>
          <a:r>
            <a:rPr lang="pt-BR" sz="1400" dirty="0"/>
            <a:t>)</a:t>
          </a:r>
        </a:p>
      </dgm:t>
    </dgm:pt>
    <dgm:pt modelId="{7A6C0CDD-68CF-4CB6-9437-AB0FB30EEF65}" type="parTrans" cxnId="{CBD3C54A-C9FC-47BD-8562-AA35CE5AB766}">
      <dgm:prSet/>
      <dgm:spPr/>
      <dgm:t>
        <a:bodyPr/>
        <a:lstStyle/>
        <a:p>
          <a:endParaRPr lang="pt-BR" sz="2000"/>
        </a:p>
      </dgm:t>
    </dgm:pt>
    <dgm:pt modelId="{A08689CD-8FD7-48BE-92AA-253F97B23011}" type="sibTrans" cxnId="{CBD3C54A-C9FC-47BD-8562-AA35CE5AB766}">
      <dgm:prSet/>
      <dgm:spPr/>
      <dgm:t>
        <a:bodyPr/>
        <a:lstStyle/>
        <a:p>
          <a:endParaRPr lang="pt-BR" sz="2000"/>
        </a:p>
      </dgm:t>
    </dgm:pt>
    <dgm:pt modelId="{667BADE3-1669-4A1A-8CD5-F7B527F798D0}">
      <dgm:prSet phldrT="[Texto]" phldr="0" custT="1"/>
      <dgm:spPr/>
      <dgm:t>
        <a:bodyPr/>
        <a:lstStyle/>
        <a:p>
          <a:r>
            <a:rPr lang="pt-BR" sz="1400"/>
            <a:t>Ask for a draw</a:t>
          </a:r>
          <a:endParaRPr lang="pt-BR" sz="1400" dirty="0"/>
        </a:p>
      </dgm:t>
    </dgm:pt>
    <dgm:pt modelId="{2B95C70A-BFA8-42EB-B4F8-F348A78D20B6}" type="parTrans" cxnId="{BCE172B7-6666-4E30-B6AB-F24FD6E3B5D8}">
      <dgm:prSet/>
      <dgm:spPr/>
      <dgm:t>
        <a:bodyPr/>
        <a:lstStyle/>
        <a:p>
          <a:endParaRPr lang="pt-BR" sz="2000"/>
        </a:p>
      </dgm:t>
    </dgm:pt>
    <dgm:pt modelId="{D758074D-C21C-46FD-BE98-4BC99C990C07}" type="sibTrans" cxnId="{BCE172B7-6666-4E30-B6AB-F24FD6E3B5D8}">
      <dgm:prSet/>
      <dgm:spPr/>
      <dgm:t>
        <a:bodyPr/>
        <a:lstStyle/>
        <a:p>
          <a:endParaRPr lang="pt-BR" sz="2000"/>
        </a:p>
      </dgm:t>
    </dgm:pt>
    <dgm:pt modelId="{D7A549B4-64EF-4B27-9BB9-21478FAB4E4E}">
      <dgm:prSet phldrT="[Texto]" phldr="0" custT="1"/>
      <dgm:spPr/>
      <dgm:t>
        <a:bodyPr/>
        <a:lstStyle/>
        <a:p>
          <a:r>
            <a:rPr lang="pt-BR" sz="1400" dirty="0" err="1"/>
            <a:t>Request</a:t>
          </a:r>
          <a:r>
            <a:rPr lang="pt-BR" sz="1400" dirty="0"/>
            <a:t> </a:t>
          </a:r>
          <a:r>
            <a:rPr lang="pt-BR" sz="1400" dirty="0" err="1"/>
            <a:t>draw</a:t>
          </a:r>
          <a:r>
            <a:rPr lang="pt-BR" sz="1400" dirty="0"/>
            <a:t> (3-repetition-moves) – </a:t>
          </a:r>
          <a:r>
            <a:rPr lang="pt-BR" sz="1400" dirty="0" err="1"/>
            <a:t>this</a:t>
          </a:r>
          <a:r>
            <a:rPr lang="pt-BR" sz="1400" dirty="0"/>
            <a:t> </a:t>
          </a:r>
          <a:r>
            <a:rPr lang="pt-BR" sz="1400" dirty="0" err="1"/>
            <a:t>will</a:t>
          </a:r>
          <a:r>
            <a:rPr lang="pt-BR" sz="1400" dirty="0"/>
            <a:t> </a:t>
          </a:r>
          <a:r>
            <a:rPr lang="pt-BR" sz="1400" dirty="0" err="1"/>
            <a:t>appear</a:t>
          </a:r>
          <a:r>
            <a:rPr lang="pt-BR" sz="1400" dirty="0"/>
            <a:t> as a </a:t>
          </a:r>
          <a:r>
            <a:rPr lang="pt-BR" sz="1400" dirty="0" err="1"/>
            <a:t>little</a:t>
          </a:r>
          <a:r>
            <a:rPr lang="pt-BR" sz="1400" dirty="0"/>
            <a:t> modal</a:t>
          </a:r>
        </a:p>
      </dgm:t>
    </dgm:pt>
    <dgm:pt modelId="{BDA4F50B-9A88-4F4D-A679-5E1A3DEA49BD}" type="parTrans" cxnId="{7FBA6DAF-BFE3-4EC4-B558-6874D3D87BB6}">
      <dgm:prSet/>
      <dgm:spPr/>
      <dgm:t>
        <a:bodyPr/>
        <a:lstStyle/>
        <a:p>
          <a:endParaRPr lang="pt-BR" sz="2000"/>
        </a:p>
      </dgm:t>
    </dgm:pt>
    <dgm:pt modelId="{09AC6DCC-A8D6-40AB-B278-B2100B5AB5E5}" type="sibTrans" cxnId="{7FBA6DAF-BFE3-4EC4-B558-6874D3D87BB6}">
      <dgm:prSet/>
      <dgm:spPr/>
      <dgm:t>
        <a:bodyPr/>
        <a:lstStyle/>
        <a:p>
          <a:endParaRPr lang="pt-BR" sz="2000"/>
        </a:p>
      </dgm:t>
    </dgm:pt>
    <dgm:pt modelId="{8892DE04-B005-4DC2-8313-2900E393EF31}">
      <dgm:prSet phldrT="[Texto]" phldr="0" custT="1"/>
      <dgm:spPr/>
      <dgm:t>
        <a:bodyPr/>
        <a:lstStyle/>
        <a:p>
          <a:r>
            <a:rPr lang="pt-BR" sz="1400"/>
            <a:t>Waiting state</a:t>
          </a:r>
          <a:endParaRPr lang="pt-BR" sz="1400" dirty="0"/>
        </a:p>
      </dgm:t>
    </dgm:pt>
    <dgm:pt modelId="{CEBD05EE-707B-4D68-9A63-BB37E02C2FED}" type="parTrans" cxnId="{0F113806-A436-4568-819E-7BB9611B8DCD}">
      <dgm:prSet/>
      <dgm:spPr/>
      <dgm:t>
        <a:bodyPr/>
        <a:lstStyle/>
        <a:p>
          <a:endParaRPr lang="pt-BR"/>
        </a:p>
      </dgm:t>
    </dgm:pt>
    <dgm:pt modelId="{749CEBBA-443F-4097-9C1D-72B54A1F93AF}" type="sibTrans" cxnId="{0F113806-A436-4568-819E-7BB9611B8DCD}">
      <dgm:prSet/>
      <dgm:spPr/>
      <dgm:t>
        <a:bodyPr/>
        <a:lstStyle/>
        <a:p>
          <a:endParaRPr lang="pt-BR"/>
        </a:p>
      </dgm:t>
    </dgm:pt>
    <dgm:pt modelId="{84E0BD0A-13C9-4D61-8668-41525C5A8847}">
      <dgm:prSet phldrT="[Texto]" phldr="0" custT="1"/>
      <dgm:spPr/>
      <dgm:t>
        <a:bodyPr/>
        <a:lstStyle/>
        <a:p>
          <a:r>
            <a:rPr lang="pt-BR" sz="1400" dirty="0" err="1"/>
            <a:t>Cancel</a:t>
          </a:r>
          <a:r>
            <a:rPr lang="pt-BR" sz="1400" dirty="0"/>
            <a:t> Game</a:t>
          </a:r>
        </a:p>
      </dgm:t>
    </dgm:pt>
    <dgm:pt modelId="{5C67C31C-9201-41DE-B83D-F8F9263ADE94}" type="parTrans" cxnId="{E9593602-C545-4A8F-A6DE-61587D3DBEC9}">
      <dgm:prSet/>
      <dgm:spPr/>
      <dgm:t>
        <a:bodyPr/>
        <a:lstStyle/>
        <a:p>
          <a:endParaRPr lang="pt-BR"/>
        </a:p>
      </dgm:t>
    </dgm:pt>
    <dgm:pt modelId="{5E061DB0-25D3-4590-82E8-F4B1F469F4AB}" type="sibTrans" cxnId="{E9593602-C545-4A8F-A6DE-61587D3DBEC9}">
      <dgm:prSet/>
      <dgm:spPr/>
      <dgm:t>
        <a:bodyPr/>
        <a:lstStyle/>
        <a:p>
          <a:endParaRPr lang="pt-BR"/>
        </a:p>
      </dgm:t>
    </dgm:pt>
    <dgm:pt modelId="{DB8C32EB-319A-4BE2-AFCC-491CF1A84306}">
      <dgm:prSet phldrT="[Texto]" phldr="0" custT="1"/>
      <dgm:spPr/>
      <dgm:t>
        <a:bodyPr/>
        <a:lstStyle/>
        <a:p>
          <a:r>
            <a:rPr lang="pt-BR" sz="1400"/>
            <a:t>Retrieve move</a:t>
          </a:r>
          <a:endParaRPr lang="pt-BR" sz="1400" dirty="0"/>
        </a:p>
      </dgm:t>
    </dgm:pt>
    <dgm:pt modelId="{BACC07A0-271C-42A5-8399-EE7D2A12A0D3}" type="parTrans" cxnId="{40DFBD3A-463E-4120-AEB1-B717B8615B8E}">
      <dgm:prSet/>
      <dgm:spPr/>
      <dgm:t>
        <a:bodyPr/>
        <a:lstStyle/>
        <a:p>
          <a:endParaRPr lang="pt-BR"/>
        </a:p>
      </dgm:t>
    </dgm:pt>
    <dgm:pt modelId="{47F432F6-E359-4006-A403-3A5F4815A60C}" type="sibTrans" cxnId="{40DFBD3A-463E-4120-AEB1-B717B8615B8E}">
      <dgm:prSet/>
      <dgm:spPr/>
      <dgm:t>
        <a:bodyPr/>
        <a:lstStyle/>
        <a:p>
          <a:endParaRPr lang="pt-BR"/>
        </a:p>
      </dgm:t>
    </dgm:pt>
    <dgm:pt modelId="{470983DF-B85F-413F-8F78-ED84165A3E1C}">
      <dgm:prSet phldrT="[Texto]" phldr="0" custT="1"/>
      <dgm:spPr/>
      <dgm:t>
        <a:bodyPr/>
        <a:lstStyle/>
        <a:p>
          <a:r>
            <a:rPr lang="pt-BR" sz="1400"/>
            <a:t>Finished state</a:t>
          </a:r>
          <a:endParaRPr lang="pt-BR" sz="1400" dirty="0"/>
        </a:p>
      </dgm:t>
    </dgm:pt>
    <dgm:pt modelId="{62759207-5117-4163-8AEF-337C73852531}" type="parTrans" cxnId="{2331F742-87AB-43E4-9AB9-279A1F8708B8}">
      <dgm:prSet/>
      <dgm:spPr/>
      <dgm:t>
        <a:bodyPr/>
        <a:lstStyle/>
        <a:p>
          <a:endParaRPr lang="pt-BR"/>
        </a:p>
      </dgm:t>
    </dgm:pt>
    <dgm:pt modelId="{46DE575C-6FE4-4157-865B-EBB891355ACA}" type="sibTrans" cxnId="{2331F742-87AB-43E4-9AB9-279A1F8708B8}">
      <dgm:prSet/>
      <dgm:spPr/>
      <dgm:t>
        <a:bodyPr/>
        <a:lstStyle/>
        <a:p>
          <a:endParaRPr lang="pt-BR"/>
        </a:p>
      </dgm:t>
    </dgm:pt>
    <dgm:pt modelId="{C5DB49B3-67D0-41ED-8BCB-8BD0DAE30046}">
      <dgm:prSet phldrT="[Texto]" phldr="0" custT="1"/>
      <dgm:spPr/>
      <dgm:t>
        <a:bodyPr/>
        <a:lstStyle/>
        <a:p>
          <a:r>
            <a:rPr lang="pt-BR" sz="1400" dirty="0"/>
            <a:t>Start new Game -&gt; </a:t>
          </a:r>
          <a:r>
            <a:rPr lang="pt-BR" sz="1400" dirty="0" err="1"/>
            <a:t>this</a:t>
          </a:r>
          <a:r>
            <a:rPr lang="pt-BR" sz="1400" dirty="0"/>
            <a:t> </a:t>
          </a:r>
          <a:r>
            <a:rPr lang="pt-BR" sz="1400" dirty="0" err="1"/>
            <a:t>will</a:t>
          </a:r>
          <a:r>
            <a:rPr lang="pt-BR" sz="1400" dirty="0"/>
            <a:t> </a:t>
          </a:r>
          <a:r>
            <a:rPr lang="pt-BR" sz="1400" dirty="0" err="1"/>
            <a:t>automatically</a:t>
          </a:r>
          <a:r>
            <a:rPr lang="pt-BR" sz="1400" dirty="0"/>
            <a:t> start a new Game </a:t>
          </a:r>
          <a:r>
            <a:rPr lang="pt-BR" sz="1400" dirty="0" err="1"/>
            <a:t>on</a:t>
          </a:r>
          <a:r>
            <a:rPr lang="pt-BR" sz="1400" dirty="0"/>
            <a:t> </a:t>
          </a:r>
          <a:r>
            <a:rPr lang="pt-BR" sz="1400" dirty="0" err="1"/>
            <a:t>that</a:t>
          </a:r>
          <a:r>
            <a:rPr lang="pt-BR" sz="1400" dirty="0"/>
            <a:t> </a:t>
          </a:r>
          <a:r>
            <a:rPr lang="pt-BR" sz="1400" dirty="0" err="1"/>
            <a:t>specific</a:t>
          </a:r>
          <a:r>
            <a:rPr lang="pt-BR" sz="1400" dirty="0"/>
            <a:t> </a:t>
          </a:r>
          <a:r>
            <a:rPr lang="pt-BR" sz="1400" dirty="0" err="1"/>
            <a:t>modality</a:t>
          </a:r>
          <a:r>
            <a:rPr lang="pt-BR" sz="1400" dirty="0"/>
            <a:t>.</a:t>
          </a:r>
        </a:p>
      </dgm:t>
    </dgm:pt>
    <dgm:pt modelId="{A6F842B2-4B8F-4F87-8339-EA26BE1DD074}" type="parTrans" cxnId="{B3D6D5D5-46C2-4559-B9F1-57600D91FA5E}">
      <dgm:prSet/>
      <dgm:spPr/>
      <dgm:t>
        <a:bodyPr/>
        <a:lstStyle/>
        <a:p>
          <a:endParaRPr lang="pt-BR"/>
        </a:p>
      </dgm:t>
    </dgm:pt>
    <dgm:pt modelId="{96D74431-F8DC-4226-9CF6-B688094DC305}" type="sibTrans" cxnId="{B3D6D5D5-46C2-4559-B9F1-57600D91FA5E}">
      <dgm:prSet/>
      <dgm:spPr/>
      <dgm:t>
        <a:bodyPr/>
        <a:lstStyle/>
        <a:p>
          <a:endParaRPr lang="pt-BR"/>
        </a:p>
      </dgm:t>
    </dgm:pt>
    <dgm:pt modelId="{F49105DB-F4A5-4B1C-B391-9F62D41C24EE}">
      <dgm:prSet phldrT="[Texto]" phldr="0" custT="1"/>
      <dgm:spPr/>
      <dgm:t>
        <a:bodyPr/>
        <a:lstStyle/>
        <a:p>
          <a:r>
            <a:rPr lang="pt-BR" sz="1400" dirty="0" err="1"/>
            <a:t>Analyze</a:t>
          </a:r>
          <a:r>
            <a:rPr lang="pt-BR" sz="1400" dirty="0"/>
            <a:t> </a:t>
          </a:r>
          <a:r>
            <a:rPr lang="pt-BR" sz="1400" dirty="0" err="1"/>
            <a:t>this</a:t>
          </a:r>
          <a:r>
            <a:rPr lang="pt-BR" sz="1400" dirty="0"/>
            <a:t> Game</a:t>
          </a:r>
        </a:p>
      </dgm:t>
    </dgm:pt>
    <dgm:pt modelId="{4D3F7A6E-5DCE-48BA-8796-03842611011A}" type="parTrans" cxnId="{553329E8-0D1F-463D-ACC8-C1922A409658}">
      <dgm:prSet/>
      <dgm:spPr/>
      <dgm:t>
        <a:bodyPr/>
        <a:lstStyle/>
        <a:p>
          <a:endParaRPr lang="pt-BR"/>
        </a:p>
      </dgm:t>
    </dgm:pt>
    <dgm:pt modelId="{0452EDD0-6877-4DD0-8680-3811779755C9}" type="sibTrans" cxnId="{553329E8-0D1F-463D-ACC8-C1922A409658}">
      <dgm:prSet/>
      <dgm:spPr/>
      <dgm:t>
        <a:bodyPr/>
        <a:lstStyle/>
        <a:p>
          <a:endParaRPr lang="pt-BR"/>
        </a:p>
      </dgm:t>
    </dgm:pt>
    <dgm:pt modelId="{E539984F-4AAF-4CC3-B782-FF0B8828A85F}" type="pres">
      <dgm:prSet presAssocID="{73265A85-9A9F-4D18-81C5-481E3E2829DB}" presName="Name0" presStyleCnt="0">
        <dgm:presLayoutVars>
          <dgm:dir/>
          <dgm:animLvl val="lvl"/>
          <dgm:resizeHandles val="exact"/>
        </dgm:presLayoutVars>
      </dgm:prSet>
      <dgm:spPr/>
    </dgm:pt>
    <dgm:pt modelId="{8993CE28-E202-4863-BF1D-B4BA4BEF74F3}" type="pres">
      <dgm:prSet presAssocID="{C4F0555B-45D5-4A8B-8664-3FA6E7B3EFCE}" presName="linNode" presStyleCnt="0"/>
      <dgm:spPr/>
    </dgm:pt>
    <dgm:pt modelId="{A51C2D5D-9493-4849-AD74-CA95A1A25379}" type="pres">
      <dgm:prSet presAssocID="{C4F0555B-45D5-4A8B-8664-3FA6E7B3EFCE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9156AEE-F26F-45FF-BF7D-20ACA2E1C05A}" type="pres">
      <dgm:prSet presAssocID="{C4F0555B-45D5-4A8B-8664-3FA6E7B3EFCE}" presName="descendantText" presStyleLbl="alignAccFollowNode1" presStyleIdx="0" presStyleCnt="4">
        <dgm:presLayoutVars>
          <dgm:bulletEnabled val="1"/>
        </dgm:presLayoutVars>
      </dgm:prSet>
      <dgm:spPr/>
    </dgm:pt>
    <dgm:pt modelId="{5C8F4210-1EEE-46B8-AD38-A10BB07C79F8}" type="pres">
      <dgm:prSet presAssocID="{CCE641FD-388A-4267-A629-301DC3D14C8D}" presName="sp" presStyleCnt="0"/>
      <dgm:spPr/>
    </dgm:pt>
    <dgm:pt modelId="{1A788ED2-4CC2-4B74-829C-2C39C73061C0}" type="pres">
      <dgm:prSet presAssocID="{1091174A-95D2-484D-BB88-8FD1242B8FA2}" presName="linNode" presStyleCnt="0"/>
      <dgm:spPr/>
    </dgm:pt>
    <dgm:pt modelId="{5661C3A0-557F-4867-83A8-FBE5ACC1B77E}" type="pres">
      <dgm:prSet presAssocID="{1091174A-95D2-484D-BB88-8FD1242B8FA2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368C350-4E24-43DC-B871-ECA96A22BBBE}" type="pres">
      <dgm:prSet presAssocID="{1091174A-95D2-484D-BB88-8FD1242B8FA2}" presName="descendantText" presStyleLbl="alignAccFollowNode1" presStyleIdx="1" presStyleCnt="4">
        <dgm:presLayoutVars>
          <dgm:bulletEnabled val="1"/>
        </dgm:presLayoutVars>
      </dgm:prSet>
      <dgm:spPr/>
    </dgm:pt>
    <dgm:pt modelId="{E733291F-3703-466A-B0A1-5449F203DBFA}" type="pres">
      <dgm:prSet presAssocID="{CDCBE999-7BA7-4DAD-8604-1418210C4A4C}" presName="sp" presStyleCnt="0"/>
      <dgm:spPr/>
    </dgm:pt>
    <dgm:pt modelId="{4BB613E6-1412-4696-972D-BAFCD4AEB706}" type="pres">
      <dgm:prSet presAssocID="{9A786335-520A-4D5A-B21F-3411D4D73E41}" presName="linNode" presStyleCnt="0"/>
      <dgm:spPr/>
    </dgm:pt>
    <dgm:pt modelId="{217CF9E3-BB19-4127-97EE-DF2F47556DEA}" type="pres">
      <dgm:prSet presAssocID="{9A786335-520A-4D5A-B21F-3411D4D73E41}" presName="parentText" presStyleLbl="node1" presStyleIdx="2" presStyleCnt="4" custScaleY="212752" custLinFactNeighborX="0">
        <dgm:presLayoutVars>
          <dgm:chMax val="1"/>
          <dgm:bulletEnabled val="1"/>
        </dgm:presLayoutVars>
      </dgm:prSet>
      <dgm:spPr/>
    </dgm:pt>
    <dgm:pt modelId="{83D80ABE-8C19-473C-B839-ED5ABC2DC05D}" type="pres">
      <dgm:prSet presAssocID="{9A786335-520A-4D5A-B21F-3411D4D73E41}" presName="descendantText" presStyleLbl="alignAccFollowNode1" presStyleIdx="2" presStyleCnt="4" custScaleY="375914">
        <dgm:presLayoutVars>
          <dgm:bulletEnabled val="1"/>
        </dgm:presLayoutVars>
      </dgm:prSet>
      <dgm:spPr/>
    </dgm:pt>
    <dgm:pt modelId="{21951906-AC32-4DFA-A1D3-76FBC4F83DBE}" type="pres">
      <dgm:prSet presAssocID="{EBA23F99-005F-4C15-863C-66336BFC2683}" presName="sp" presStyleCnt="0"/>
      <dgm:spPr/>
    </dgm:pt>
    <dgm:pt modelId="{2231EBB2-F325-456B-ABC0-DF7B72BEFC7F}" type="pres">
      <dgm:prSet presAssocID="{80736B2B-3CFC-4EB3-8D41-E3754551EA40}" presName="linNode" presStyleCnt="0"/>
      <dgm:spPr/>
    </dgm:pt>
    <dgm:pt modelId="{4A5F863D-86A8-4120-AEE0-9F5B873EF95D}" type="pres">
      <dgm:prSet presAssocID="{80736B2B-3CFC-4EB3-8D41-E3754551EA40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F146C19-E4B6-4D16-BA33-4EA51C6E83FE}" type="pres">
      <dgm:prSet presAssocID="{80736B2B-3CFC-4EB3-8D41-E3754551EA40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E9593602-C545-4A8F-A6DE-61587D3DBEC9}" srcId="{8892DE04-B005-4DC2-8313-2900E393EF31}" destId="{84E0BD0A-13C9-4D61-8668-41525C5A8847}" srcOrd="0" destOrd="0" parTransId="{5C67C31C-9201-41DE-B83D-F8F9263ADE94}" sibTransId="{5E061DB0-25D3-4590-82E8-F4B1F469F4AB}"/>
    <dgm:cxn modelId="{67012004-6C09-4A04-B9FB-E6F709F3BEC6}" srcId="{1091174A-95D2-484D-BB88-8FD1242B8FA2}" destId="{2EB5E60B-F5AB-4032-A81E-0CB6BA35546A}" srcOrd="0" destOrd="0" parTransId="{0F145975-4D3D-4A57-90AE-881E7FC6A321}" sibTransId="{3BE42A23-3589-438F-AC02-01703E2B1BB8}"/>
    <dgm:cxn modelId="{0F113806-A436-4568-819E-7BB9611B8DCD}" srcId="{9A786335-520A-4D5A-B21F-3411D4D73E41}" destId="{8892DE04-B005-4DC2-8313-2900E393EF31}" srcOrd="1" destOrd="0" parTransId="{CEBD05EE-707B-4D68-9A63-BB37E02C2FED}" sibTransId="{749CEBBA-443F-4097-9C1D-72B54A1F93AF}"/>
    <dgm:cxn modelId="{31A5FE07-5B81-4717-B145-3F501D23F27D}" type="presOf" srcId="{7682B435-2042-4B99-AF6A-DC18F76AE718}" destId="{AF146C19-E4B6-4D16-BA33-4EA51C6E83FE}" srcOrd="0" destOrd="0" presId="urn:microsoft.com/office/officeart/2005/8/layout/vList5"/>
    <dgm:cxn modelId="{7A8BE40B-3FB1-4C90-9809-B72426426337}" type="presOf" srcId="{8892DE04-B005-4DC2-8313-2900E393EF31}" destId="{83D80ABE-8C19-473C-B839-ED5ABC2DC05D}" srcOrd="0" destOrd="5" presId="urn:microsoft.com/office/officeart/2005/8/layout/vList5"/>
    <dgm:cxn modelId="{4A88A90E-9E4F-469C-873C-5FCF881248A8}" type="presOf" srcId="{80736B2B-3CFC-4EB3-8D41-E3754551EA40}" destId="{4A5F863D-86A8-4120-AEE0-9F5B873EF95D}" srcOrd="0" destOrd="0" presId="urn:microsoft.com/office/officeart/2005/8/layout/vList5"/>
    <dgm:cxn modelId="{C9A5830F-CD75-4C99-A2A1-30654A29B083}" type="presOf" srcId="{2DB2A108-2EB8-41B5-BC42-1D55BBA5334B}" destId="{AF146C19-E4B6-4D16-BA33-4EA51C6E83FE}" srcOrd="0" destOrd="1" presId="urn:microsoft.com/office/officeart/2005/8/layout/vList5"/>
    <dgm:cxn modelId="{DA5AB611-8D34-481C-9903-D8AF75590E4C}" type="presOf" srcId="{DB8C32EB-319A-4BE2-AFCC-491CF1A84306}" destId="{83D80ABE-8C19-473C-B839-ED5ABC2DC05D}" srcOrd="0" destOrd="4" presId="urn:microsoft.com/office/officeart/2005/8/layout/vList5"/>
    <dgm:cxn modelId="{C604E222-ED2D-47E5-B7BF-67CBEB0B23E2}" type="presOf" srcId="{2EB5E60B-F5AB-4032-A81E-0CB6BA35546A}" destId="{F368C350-4E24-43DC-B871-ECA96A22BBBE}" srcOrd="0" destOrd="0" presId="urn:microsoft.com/office/officeart/2005/8/layout/vList5"/>
    <dgm:cxn modelId="{DB4FFD27-2C61-467E-8F63-E797F27FBDBE}" type="presOf" srcId="{9A786335-520A-4D5A-B21F-3411D4D73E41}" destId="{217CF9E3-BB19-4127-97EE-DF2F47556DEA}" srcOrd="0" destOrd="0" presId="urn:microsoft.com/office/officeart/2005/8/layout/vList5"/>
    <dgm:cxn modelId="{0E3FD42B-D8A8-4287-B1C7-F2D38F76A21E}" srcId="{9A786335-520A-4D5A-B21F-3411D4D73E41}" destId="{2108F9DB-A842-4C58-9668-78ED1BC64A5C}" srcOrd="0" destOrd="0" parTransId="{BC04544B-8764-444F-AF8C-C215C88E88C7}" sibTransId="{4428056C-8BF9-4239-B779-504244E013BD}"/>
    <dgm:cxn modelId="{9C26873A-F8F8-4B5B-A9C8-A508359E3475}" srcId="{73265A85-9A9F-4D18-81C5-481E3E2829DB}" destId="{9A786335-520A-4D5A-B21F-3411D4D73E41}" srcOrd="2" destOrd="0" parTransId="{EB39F889-C97D-4EC8-A994-DA1AFEDFA87D}" sibTransId="{EBA23F99-005F-4C15-863C-66336BFC2683}"/>
    <dgm:cxn modelId="{40DFBD3A-463E-4120-AEB1-B717B8615B8E}" srcId="{2108F9DB-A842-4C58-9668-78ED1BC64A5C}" destId="{DB8C32EB-319A-4BE2-AFCC-491CF1A84306}" srcOrd="3" destOrd="0" parTransId="{BACC07A0-271C-42A5-8399-EE7D2A12A0D3}" sibTransId="{47F432F6-E359-4006-A403-3A5F4815A60C}"/>
    <dgm:cxn modelId="{2331F742-87AB-43E4-9AB9-279A1F8708B8}" srcId="{9A786335-520A-4D5A-B21F-3411D4D73E41}" destId="{470983DF-B85F-413F-8F78-ED84165A3E1C}" srcOrd="2" destOrd="0" parTransId="{62759207-5117-4163-8AEF-337C73852531}" sibTransId="{46DE575C-6FE4-4157-865B-EBB891355ACA}"/>
    <dgm:cxn modelId="{9302C547-1F97-4CFB-BDDA-2CB10DA7EB42}" srcId="{80736B2B-3CFC-4EB3-8D41-E3754551EA40}" destId="{2DB2A108-2EB8-41B5-BC42-1D55BBA5334B}" srcOrd="1" destOrd="0" parTransId="{AAA36585-FA7A-483A-9530-4AA742ECC0F4}" sibTransId="{87D0E8BD-544E-4970-B5DC-E44C396C74B1}"/>
    <dgm:cxn modelId="{40B16768-49D1-4D96-A498-6A0DBA19D095}" srcId="{73265A85-9A9F-4D18-81C5-481E3E2829DB}" destId="{1091174A-95D2-484D-BB88-8FD1242B8FA2}" srcOrd="1" destOrd="0" parTransId="{4D02EECB-41D7-4CDA-AF48-0A304EB624C1}" sibTransId="{CDCBE999-7BA7-4DAD-8604-1418210C4A4C}"/>
    <dgm:cxn modelId="{CBD3C54A-C9FC-47BD-8562-AA35CE5AB766}" srcId="{2108F9DB-A842-4C58-9668-78ED1BC64A5C}" destId="{F43BD042-9EFA-4122-B9EA-771165A65DDC}" srcOrd="0" destOrd="0" parTransId="{7A6C0CDD-68CF-4CB6-9437-AB0FB30EEF65}" sibTransId="{A08689CD-8FD7-48BE-92AA-253F97B23011}"/>
    <dgm:cxn modelId="{2E93E94D-C8E3-4D1F-AB37-E4A52D563C2E}" type="presOf" srcId="{2108F9DB-A842-4C58-9668-78ED1BC64A5C}" destId="{83D80ABE-8C19-473C-B839-ED5ABC2DC05D}" srcOrd="0" destOrd="0" presId="urn:microsoft.com/office/officeart/2005/8/layout/vList5"/>
    <dgm:cxn modelId="{DF05906E-72FF-47D0-A0BD-1A1597FFA3FC}" type="presOf" srcId="{D7A549B4-64EF-4B27-9BB9-21478FAB4E4E}" destId="{83D80ABE-8C19-473C-B839-ED5ABC2DC05D}" srcOrd="0" destOrd="3" presId="urn:microsoft.com/office/officeart/2005/8/layout/vList5"/>
    <dgm:cxn modelId="{B2C3A751-8BD2-41D7-99C6-4542AB35A6A1}" srcId="{73265A85-9A9F-4D18-81C5-481E3E2829DB}" destId="{C4F0555B-45D5-4A8B-8664-3FA6E7B3EFCE}" srcOrd="0" destOrd="0" parTransId="{17F8755E-FB14-4C5A-9EEB-1E61050B6AB4}" sibTransId="{CCE641FD-388A-4267-A629-301DC3D14C8D}"/>
    <dgm:cxn modelId="{8AA7FF7F-CBE3-4737-BDFD-E578ADE95886}" type="presOf" srcId="{73265A85-9A9F-4D18-81C5-481E3E2829DB}" destId="{E539984F-4AAF-4CC3-B782-FF0B8828A85F}" srcOrd="0" destOrd="0" presId="urn:microsoft.com/office/officeart/2005/8/layout/vList5"/>
    <dgm:cxn modelId="{DD08ED81-FBFF-4405-9DA1-A03965DB4EB6}" type="presOf" srcId="{C5DB49B3-67D0-41ED-8BCB-8BD0DAE30046}" destId="{83D80ABE-8C19-473C-B839-ED5ABC2DC05D}" srcOrd="0" destOrd="8" presId="urn:microsoft.com/office/officeart/2005/8/layout/vList5"/>
    <dgm:cxn modelId="{254F338B-F7BE-4B97-94F2-4E3387399B77}" type="presOf" srcId="{C32B9305-CB1D-49C4-B98F-DCF1207B9CE0}" destId="{89156AEE-F26F-45FF-BF7D-20ACA2E1C05A}" srcOrd="0" destOrd="0" presId="urn:microsoft.com/office/officeart/2005/8/layout/vList5"/>
    <dgm:cxn modelId="{8FD18095-A9A1-45A4-9F0F-32798708D5AE}" type="presOf" srcId="{F43BD042-9EFA-4122-B9EA-771165A65DDC}" destId="{83D80ABE-8C19-473C-B839-ED5ABC2DC05D}" srcOrd="0" destOrd="1" presId="urn:microsoft.com/office/officeart/2005/8/layout/vList5"/>
    <dgm:cxn modelId="{37B7C498-A291-43AB-A62F-3CAAC3CF4C35}" srcId="{80736B2B-3CFC-4EB3-8D41-E3754551EA40}" destId="{7682B435-2042-4B99-AF6A-DC18F76AE718}" srcOrd="0" destOrd="0" parTransId="{FF745DF6-3EE1-4520-9F89-363215165D3F}" sibTransId="{3B6657FB-FC64-4CC8-8AF0-6EA003FE46DC}"/>
    <dgm:cxn modelId="{7FBA6DAF-BFE3-4EC4-B558-6874D3D87BB6}" srcId="{2108F9DB-A842-4C58-9668-78ED1BC64A5C}" destId="{D7A549B4-64EF-4B27-9BB9-21478FAB4E4E}" srcOrd="2" destOrd="0" parTransId="{BDA4F50B-9A88-4F4D-A679-5E1A3DEA49BD}" sibTransId="{09AC6DCC-A8D6-40AB-B278-B2100B5AB5E5}"/>
    <dgm:cxn modelId="{BCE172B7-6666-4E30-B6AB-F24FD6E3B5D8}" srcId="{2108F9DB-A842-4C58-9668-78ED1BC64A5C}" destId="{667BADE3-1669-4A1A-8CD5-F7B527F798D0}" srcOrd="1" destOrd="0" parTransId="{2B95C70A-BFA8-42EB-B4F8-F348A78D20B6}" sibTransId="{D758074D-C21C-46FD-BE98-4BC99C990C07}"/>
    <dgm:cxn modelId="{7B8487B9-CAEF-4BAB-8516-6C010F3479A3}" type="presOf" srcId="{667BADE3-1669-4A1A-8CD5-F7B527F798D0}" destId="{83D80ABE-8C19-473C-B839-ED5ABC2DC05D}" srcOrd="0" destOrd="2" presId="urn:microsoft.com/office/officeart/2005/8/layout/vList5"/>
    <dgm:cxn modelId="{E46338C2-CC61-4195-BAAE-A8DE3B7683EC}" type="presOf" srcId="{C4F0555B-45D5-4A8B-8664-3FA6E7B3EFCE}" destId="{A51C2D5D-9493-4849-AD74-CA95A1A25379}" srcOrd="0" destOrd="0" presId="urn:microsoft.com/office/officeart/2005/8/layout/vList5"/>
    <dgm:cxn modelId="{B3D6D5D5-46C2-4559-B9F1-57600D91FA5E}" srcId="{470983DF-B85F-413F-8F78-ED84165A3E1C}" destId="{C5DB49B3-67D0-41ED-8BCB-8BD0DAE30046}" srcOrd="0" destOrd="0" parTransId="{A6F842B2-4B8F-4F87-8339-EA26BE1DD074}" sibTransId="{96D74431-F8DC-4226-9CF6-B688094DC305}"/>
    <dgm:cxn modelId="{6609CED9-69D8-499E-9F28-AEF691747CFA}" srcId="{73265A85-9A9F-4D18-81C5-481E3E2829DB}" destId="{80736B2B-3CFC-4EB3-8D41-E3754551EA40}" srcOrd="3" destOrd="0" parTransId="{795CF20A-85AD-43B4-8AF9-E5A0E690310E}" sibTransId="{D3C3E8EB-5D3C-4E50-A79D-3A2038867873}"/>
    <dgm:cxn modelId="{553329E8-0D1F-463D-ACC8-C1922A409658}" srcId="{470983DF-B85F-413F-8F78-ED84165A3E1C}" destId="{F49105DB-F4A5-4B1C-B391-9F62D41C24EE}" srcOrd="1" destOrd="0" parTransId="{4D3F7A6E-5DCE-48BA-8796-03842611011A}" sibTransId="{0452EDD0-6877-4DD0-8680-3811779755C9}"/>
    <dgm:cxn modelId="{E631EAEA-D6F5-463A-91A8-7CA0F19489B3}" type="presOf" srcId="{1091174A-95D2-484D-BB88-8FD1242B8FA2}" destId="{5661C3A0-557F-4867-83A8-FBE5ACC1B77E}" srcOrd="0" destOrd="0" presId="urn:microsoft.com/office/officeart/2005/8/layout/vList5"/>
    <dgm:cxn modelId="{2367BAEB-F688-4611-AA94-7F9E17509D7C}" type="presOf" srcId="{84E0BD0A-13C9-4D61-8668-41525C5A8847}" destId="{83D80ABE-8C19-473C-B839-ED5ABC2DC05D}" srcOrd="0" destOrd="6" presId="urn:microsoft.com/office/officeart/2005/8/layout/vList5"/>
    <dgm:cxn modelId="{DA80B6EE-AAE6-4565-AB72-D0EEE38AB2E8}" type="presOf" srcId="{470983DF-B85F-413F-8F78-ED84165A3E1C}" destId="{83D80ABE-8C19-473C-B839-ED5ABC2DC05D}" srcOrd="0" destOrd="7" presId="urn:microsoft.com/office/officeart/2005/8/layout/vList5"/>
    <dgm:cxn modelId="{06BCE6FB-D7C5-4430-9F5A-225B8C9D5349}" type="presOf" srcId="{F49105DB-F4A5-4B1C-B391-9F62D41C24EE}" destId="{83D80ABE-8C19-473C-B839-ED5ABC2DC05D}" srcOrd="0" destOrd="9" presId="urn:microsoft.com/office/officeart/2005/8/layout/vList5"/>
    <dgm:cxn modelId="{15F143FD-BB59-4905-AA2B-5104FC7BB119}" srcId="{C4F0555B-45D5-4A8B-8664-3FA6E7B3EFCE}" destId="{C32B9305-CB1D-49C4-B98F-DCF1207B9CE0}" srcOrd="0" destOrd="0" parTransId="{2A3D3730-1938-4F53-9555-575F140A0A98}" sibTransId="{E001239C-ECEE-4D98-BD6F-6FDBFAC57C12}"/>
    <dgm:cxn modelId="{42FA79CA-25EE-4E74-B59D-8AC7B6E216E2}" type="presParOf" srcId="{E539984F-4AAF-4CC3-B782-FF0B8828A85F}" destId="{8993CE28-E202-4863-BF1D-B4BA4BEF74F3}" srcOrd="0" destOrd="0" presId="urn:microsoft.com/office/officeart/2005/8/layout/vList5"/>
    <dgm:cxn modelId="{C6B5EBE9-246C-40B8-B535-CEE104800135}" type="presParOf" srcId="{8993CE28-E202-4863-BF1D-B4BA4BEF74F3}" destId="{A51C2D5D-9493-4849-AD74-CA95A1A25379}" srcOrd="0" destOrd="0" presId="urn:microsoft.com/office/officeart/2005/8/layout/vList5"/>
    <dgm:cxn modelId="{425D07B5-7126-40D8-BA03-D8E4694B2D87}" type="presParOf" srcId="{8993CE28-E202-4863-BF1D-B4BA4BEF74F3}" destId="{89156AEE-F26F-45FF-BF7D-20ACA2E1C05A}" srcOrd="1" destOrd="0" presId="urn:microsoft.com/office/officeart/2005/8/layout/vList5"/>
    <dgm:cxn modelId="{F4FA9673-314B-4F29-B969-CD109B3A50AA}" type="presParOf" srcId="{E539984F-4AAF-4CC3-B782-FF0B8828A85F}" destId="{5C8F4210-1EEE-46B8-AD38-A10BB07C79F8}" srcOrd="1" destOrd="0" presId="urn:microsoft.com/office/officeart/2005/8/layout/vList5"/>
    <dgm:cxn modelId="{EC1C68EA-2894-467C-84E5-4B3DD2D0D005}" type="presParOf" srcId="{E539984F-4AAF-4CC3-B782-FF0B8828A85F}" destId="{1A788ED2-4CC2-4B74-829C-2C39C73061C0}" srcOrd="2" destOrd="0" presId="urn:microsoft.com/office/officeart/2005/8/layout/vList5"/>
    <dgm:cxn modelId="{92EEEDD3-EF17-4C19-B435-4B9BE4895AA1}" type="presParOf" srcId="{1A788ED2-4CC2-4B74-829C-2C39C73061C0}" destId="{5661C3A0-557F-4867-83A8-FBE5ACC1B77E}" srcOrd="0" destOrd="0" presId="urn:microsoft.com/office/officeart/2005/8/layout/vList5"/>
    <dgm:cxn modelId="{8A907068-1BA5-4DBC-97B9-D9C14EF94377}" type="presParOf" srcId="{1A788ED2-4CC2-4B74-829C-2C39C73061C0}" destId="{F368C350-4E24-43DC-B871-ECA96A22BBBE}" srcOrd="1" destOrd="0" presId="urn:microsoft.com/office/officeart/2005/8/layout/vList5"/>
    <dgm:cxn modelId="{F178657F-9560-4DBE-9D18-AE002227872D}" type="presParOf" srcId="{E539984F-4AAF-4CC3-B782-FF0B8828A85F}" destId="{E733291F-3703-466A-B0A1-5449F203DBFA}" srcOrd="3" destOrd="0" presId="urn:microsoft.com/office/officeart/2005/8/layout/vList5"/>
    <dgm:cxn modelId="{FEDD4582-91E2-4F08-8C5C-08555ED4DC78}" type="presParOf" srcId="{E539984F-4AAF-4CC3-B782-FF0B8828A85F}" destId="{4BB613E6-1412-4696-972D-BAFCD4AEB706}" srcOrd="4" destOrd="0" presId="urn:microsoft.com/office/officeart/2005/8/layout/vList5"/>
    <dgm:cxn modelId="{80B1B43E-7807-4C14-AF8A-BB32F92B55BB}" type="presParOf" srcId="{4BB613E6-1412-4696-972D-BAFCD4AEB706}" destId="{217CF9E3-BB19-4127-97EE-DF2F47556DEA}" srcOrd="0" destOrd="0" presId="urn:microsoft.com/office/officeart/2005/8/layout/vList5"/>
    <dgm:cxn modelId="{2755F6C7-6232-47B5-B432-CEA019B67AA7}" type="presParOf" srcId="{4BB613E6-1412-4696-972D-BAFCD4AEB706}" destId="{83D80ABE-8C19-473C-B839-ED5ABC2DC05D}" srcOrd="1" destOrd="0" presId="urn:microsoft.com/office/officeart/2005/8/layout/vList5"/>
    <dgm:cxn modelId="{0138AA1A-4B63-4086-86CD-A37F81716DCF}" type="presParOf" srcId="{E539984F-4AAF-4CC3-B782-FF0B8828A85F}" destId="{21951906-AC32-4DFA-A1D3-76FBC4F83DBE}" srcOrd="5" destOrd="0" presId="urn:microsoft.com/office/officeart/2005/8/layout/vList5"/>
    <dgm:cxn modelId="{D936798E-694A-42C1-8820-853B8D8155BD}" type="presParOf" srcId="{E539984F-4AAF-4CC3-B782-FF0B8828A85F}" destId="{2231EBB2-F325-456B-ABC0-DF7B72BEFC7F}" srcOrd="6" destOrd="0" presId="urn:microsoft.com/office/officeart/2005/8/layout/vList5"/>
    <dgm:cxn modelId="{4EE42715-260E-4DE9-8132-97C68DA1207F}" type="presParOf" srcId="{2231EBB2-F325-456B-ABC0-DF7B72BEFC7F}" destId="{4A5F863D-86A8-4120-AEE0-9F5B873EF95D}" srcOrd="0" destOrd="0" presId="urn:microsoft.com/office/officeart/2005/8/layout/vList5"/>
    <dgm:cxn modelId="{EB5A2E47-D9D2-40D0-9179-588CBBA42741}" type="presParOf" srcId="{2231EBB2-F325-456B-ABC0-DF7B72BEFC7F}" destId="{AF146C19-E4B6-4D16-BA33-4EA51C6E83F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265A85-9A9F-4D18-81C5-481E3E2829DB}" type="doc">
      <dgm:prSet loTypeId="urn:microsoft.com/office/officeart/2005/8/layout/vList5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pt-BR"/>
        </a:p>
      </dgm:t>
    </dgm:pt>
    <dgm:pt modelId="{C4F0555B-45D5-4A8B-8664-3FA6E7B3EFCE}">
      <dgm:prSet phldrT="[Texto]" phldr="0" custT="1"/>
      <dgm:spPr>
        <a:solidFill>
          <a:srgbClr val="574FFF"/>
        </a:solidFill>
      </dgm:spPr>
      <dgm:t>
        <a:bodyPr/>
        <a:lstStyle/>
        <a:p>
          <a:r>
            <a:rPr lang="pt-BR" sz="1600" dirty="0" err="1"/>
            <a:t>UserName</a:t>
          </a:r>
          <a:endParaRPr lang="pt-BR" sz="1600" dirty="0"/>
        </a:p>
      </dgm:t>
    </dgm:pt>
    <dgm:pt modelId="{17F8755E-FB14-4C5A-9EEB-1E61050B6AB4}" type="parTrans" cxnId="{B2C3A751-8BD2-41D7-99C6-4542AB35A6A1}">
      <dgm:prSet/>
      <dgm:spPr/>
      <dgm:t>
        <a:bodyPr/>
        <a:lstStyle/>
        <a:p>
          <a:endParaRPr lang="pt-BR" sz="2000"/>
        </a:p>
      </dgm:t>
    </dgm:pt>
    <dgm:pt modelId="{CCE641FD-388A-4267-A629-301DC3D14C8D}" type="sibTrans" cxnId="{B2C3A751-8BD2-41D7-99C6-4542AB35A6A1}">
      <dgm:prSet/>
      <dgm:spPr/>
      <dgm:t>
        <a:bodyPr/>
        <a:lstStyle/>
        <a:p>
          <a:endParaRPr lang="pt-BR" sz="2000"/>
        </a:p>
      </dgm:t>
    </dgm:pt>
    <dgm:pt modelId="{C32B9305-CB1D-49C4-B98F-DCF1207B9CE0}">
      <dgm:prSet phldrT="[Texto]" phldr="0" custT="1"/>
      <dgm:spPr/>
      <dgm:t>
        <a:bodyPr/>
        <a:lstStyle/>
        <a:p>
          <a:r>
            <a:rPr lang="pt-BR" sz="1400" dirty="0" err="1"/>
            <a:t>UserName</a:t>
          </a:r>
          <a:r>
            <a:rPr lang="pt-BR" sz="1400" dirty="0"/>
            <a:t> </a:t>
          </a:r>
          <a:r>
            <a:rPr lang="pt-BR" sz="1400" dirty="0" err="1"/>
            <a:t>of</a:t>
          </a:r>
          <a:r>
            <a:rPr lang="pt-BR" sz="1400" dirty="0"/>
            <a:t> Players in </a:t>
          </a:r>
          <a:r>
            <a:rPr lang="pt-BR" sz="1400" dirty="0" err="1"/>
            <a:t>the</a:t>
          </a:r>
          <a:r>
            <a:rPr lang="pt-BR" sz="1400" dirty="0"/>
            <a:t> game.</a:t>
          </a:r>
        </a:p>
      </dgm:t>
    </dgm:pt>
    <dgm:pt modelId="{2A3D3730-1938-4F53-9555-575F140A0A98}" type="parTrans" cxnId="{15F143FD-BB59-4905-AA2B-5104FC7BB119}">
      <dgm:prSet/>
      <dgm:spPr/>
      <dgm:t>
        <a:bodyPr/>
        <a:lstStyle/>
        <a:p>
          <a:endParaRPr lang="pt-BR" sz="2000"/>
        </a:p>
      </dgm:t>
    </dgm:pt>
    <dgm:pt modelId="{E001239C-ECEE-4D98-BD6F-6FDBFAC57C12}" type="sibTrans" cxnId="{15F143FD-BB59-4905-AA2B-5104FC7BB119}">
      <dgm:prSet/>
      <dgm:spPr/>
      <dgm:t>
        <a:bodyPr/>
        <a:lstStyle/>
        <a:p>
          <a:endParaRPr lang="pt-BR" sz="2000"/>
        </a:p>
      </dgm:t>
    </dgm:pt>
    <dgm:pt modelId="{1091174A-95D2-484D-BB88-8FD1242B8FA2}">
      <dgm:prSet phldrT="[Texto]" phldr="0" custT="1"/>
      <dgm:spPr>
        <a:solidFill>
          <a:srgbClr val="574FFF"/>
        </a:solidFill>
      </dgm:spPr>
      <dgm:t>
        <a:bodyPr/>
        <a:lstStyle/>
        <a:p>
          <a:r>
            <a:rPr lang="pt-BR" sz="1600" dirty="0" err="1"/>
            <a:t>UserImage</a:t>
          </a:r>
          <a:endParaRPr lang="pt-BR" sz="1600" dirty="0"/>
        </a:p>
      </dgm:t>
    </dgm:pt>
    <dgm:pt modelId="{4D02EECB-41D7-4CDA-AF48-0A304EB624C1}" type="parTrans" cxnId="{40B16768-49D1-4D96-A498-6A0DBA19D095}">
      <dgm:prSet/>
      <dgm:spPr/>
      <dgm:t>
        <a:bodyPr/>
        <a:lstStyle/>
        <a:p>
          <a:endParaRPr lang="pt-BR" sz="2000"/>
        </a:p>
      </dgm:t>
    </dgm:pt>
    <dgm:pt modelId="{CDCBE999-7BA7-4DAD-8604-1418210C4A4C}" type="sibTrans" cxnId="{40B16768-49D1-4D96-A498-6A0DBA19D095}">
      <dgm:prSet/>
      <dgm:spPr/>
      <dgm:t>
        <a:bodyPr/>
        <a:lstStyle/>
        <a:p>
          <a:endParaRPr lang="pt-BR" sz="2000"/>
        </a:p>
      </dgm:t>
    </dgm:pt>
    <dgm:pt modelId="{2EB5E60B-F5AB-4032-A81E-0CB6BA35546A}">
      <dgm:prSet phldrT="[Texto]" phldr="0" custT="1"/>
      <dgm:spPr/>
      <dgm:t>
        <a:bodyPr/>
        <a:lstStyle/>
        <a:p>
          <a:r>
            <a:rPr lang="pt-BR" sz="1400" dirty="0"/>
            <a:t>Profile Picture </a:t>
          </a:r>
          <a:r>
            <a:rPr lang="pt-BR" sz="1400" dirty="0" err="1"/>
            <a:t>of</a:t>
          </a:r>
          <a:r>
            <a:rPr lang="pt-BR" sz="1400" dirty="0"/>
            <a:t> </a:t>
          </a:r>
          <a:r>
            <a:rPr lang="pt-BR" sz="1400" dirty="0" err="1"/>
            <a:t>respective</a:t>
          </a:r>
          <a:r>
            <a:rPr lang="pt-BR" sz="1400" dirty="0"/>
            <a:t> Player.</a:t>
          </a:r>
        </a:p>
      </dgm:t>
    </dgm:pt>
    <dgm:pt modelId="{0F145975-4D3D-4A57-90AE-881E7FC6A321}" type="parTrans" cxnId="{67012004-6C09-4A04-B9FB-E6F709F3BEC6}">
      <dgm:prSet/>
      <dgm:spPr/>
      <dgm:t>
        <a:bodyPr/>
        <a:lstStyle/>
        <a:p>
          <a:endParaRPr lang="pt-BR" sz="2000"/>
        </a:p>
      </dgm:t>
    </dgm:pt>
    <dgm:pt modelId="{3BE42A23-3589-438F-AC02-01703E2B1BB8}" type="sibTrans" cxnId="{67012004-6C09-4A04-B9FB-E6F709F3BEC6}">
      <dgm:prSet/>
      <dgm:spPr/>
      <dgm:t>
        <a:bodyPr/>
        <a:lstStyle/>
        <a:p>
          <a:endParaRPr lang="pt-BR" sz="2000"/>
        </a:p>
      </dgm:t>
    </dgm:pt>
    <dgm:pt modelId="{80736B2B-3CFC-4EB3-8D41-E3754551EA40}">
      <dgm:prSet phldrT="[Texto]" phldr="0" custT="1"/>
      <dgm:spPr/>
      <dgm:t>
        <a:bodyPr/>
        <a:lstStyle/>
        <a:p>
          <a:r>
            <a:rPr lang="pt-BR" sz="1600" dirty="0"/>
            <a:t>Game </a:t>
          </a:r>
          <a:r>
            <a:rPr lang="pt-BR" sz="1600" dirty="0" err="1"/>
            <a:t>Clock</a:t>
          </a:r>
          <a:endParaRPr lang="pt-BR" sz="1600" dirty="0"/>
        </a:p>
      </dgm:t>
    </dgm:pt>
    <dgm:pt modelId="{795CF20A-85AD-43B4-8AF9-E5A0E690310E}" type="parTrans" cxnId="{6609CED9-69D8-499E-9F28-AEF691747CFA}">
      <dgm:prSet/>
      <dgm:spPr/>
      <dgm:t>
        <a:bodyPr/>
        <a:lstStyle/>
        <a:p>
          <a:endParaRPr lang="pt-BR" sz="2000"/>
        </a:p>
      </dgm:t>
    </dgm:pt>
    <dgm:pt modelId="{D3C3E8EB-5D3C-4E50-A79D-3A2038867873}" type="sibTrans" cxnId="{6609CED9-69D8-499E-9F28-AEF691747CFA}">
      <dgm:prSet/>
      <dgm:spPr/>
      <dgm:t>
        <a:bodyPr/>
        <a:lstStyle/>
        <a:p>
          <a:endParaRPr lang="pt-BR" sz="2000"/>
        </a:p>
      </dgm:t>
    </dgm:pt>
    <dgm:pt modelId="{2DB2A108-2EB8-41B5-BC42-1D55BBA5334B}">
      <dgm:prSet phldrT="[Texto]" phldr="0" custT="1"/>
      <dgm:spPr/>
      <dgm:t>
        <a:bodyPr/>
        <a:lstStyle/>
        <a:p>
          <a:r>
            <a:rPr lang="pt-BR" sz="1400" dirty="0" err="1"/>
            <a:t>Clocks</a:t>
          </a:r>
          <a:r>
            <a:rPr lang="pt-BR" sz="1400" dirty="0"/>
            <a:t> for </a:t>
          </a:r>
          <a:r>
            <a:rPr lang="pt-BR" sz="1400" dirty="0" err="1"/>
            <a:t>each</a:t>
          </a:r>
          <a:r>
            <a:rPr lang="pt-BR" sz="1400" dirty="0"/>
            <a:t> Player.</a:t>
          </a:r>
        </a:p>
      </dgm:t>
    </dgm:pt>
    <dgm:pt modelId="{AAA36585-FA7A-483A-9530-4AA742ECC0F4}" type="parTrans" cxnId="{9302C547-1F97-4CFB-BDDA-2CB10DA7EB42}">
      <dgm:prSet/>
      <dgm:spPr/>
      <dgm:t>
        <a:bodyPr/>
        <a:lstStyle/>
        <a:p>
          <a:endParaRPr lang="pt-BR" sz="2000"/>
        </a:p>
      </dgm:t>
    </dgm:pt>
    <dgm:pt modelId="{87D0E8BD-544E-4970-B5DC-E44C396C74B1}" type="sibTrans" cxnId="{9302C547-1F97-4CFB-BDDA-2CB10DA7EB42}">
      <dgm:prSet/>
      <dgm:spPr/>
      <dgm:t>
        <a:bodyPr/>
        <a:lstStyle/>
        <a:p>
          <a:endParaRPr lang="pt-BR" sz="2000"/>
        </a:p>
      </dgm:t>
    </dgm:pt>
    <dgm:pt modelId="{E539984F-4AAF-4CC3-B782-FF0B8828A85F}" type="pres">
      <dgm:prSet presAssocID="{73265A85-9A9F-4D18-81C5-481E3E2829DB}" presName="Name0" presStyleCnt="0">
        <dgm:presLayoutVars>
          <dgm:dir/>
          <dgm:animLvl val="lvl"/>
          <dgm:resizeHandles val="exact"/>
        </dgm:presLayoutVars>
      </dgm:prSet>
      <dgm:spPr/>
    </dgm:pt>
    <dgm:pt modelId="{8993CE28-E202-4863-BF1D-B4BA4BEF74F3}" type="pres">
      <dgm:prSet presAssocID="{C4F0555B-45D5-4A8B-8664-3FA6E7B3EFCE}" presName="linNode" presStyleCnt="0"/>
      <dgm:spPr/>
    </dgm:pt>
    <dgm:pt modelId="{A51C2D5D-9493-4849-AD74-CA95A1A25379}" type="pres">
      <dgm:prSet presAssocID="{C4F0555B-45D5-4A8B-8664-3FA6E7B3EFC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9156AEE-F26F-45FF-BF7D-20ACA2E1C05A}" type="pres">
      <dgm:prSet presAssocID="{C4F0555B-45D5-4A8B-8664-3FA6E7B3EFCE}" presName="descendantText" presStyleLbl="alignAccFollowNode1" presStyleIdx="0" presStyleCnt="3">
        <dgm:presLayoutVars>
          <dgm:bulletEnabled val="1"/>
        </dgm:presLayoutVars>
      </dgm:prSet>
      <dgm:spPr/>
    </dgm:pt>
    <dgm:pt modelId="{5C8F4210-1EEE-46B8-AD38-A10BB07C79F8}" type="pres">
      <dgm:prSet presAssocID="{CCE641FD-388A-4267-A629-301DC3D14C8D}" presName="sp" presStyleCnt="0"/>
      <dgm:spPr/>
    </dgm:pt>
    <dgm:pt modelId="{1A788ED2-4CC2-4B74-829C-2C39C73061C0}" type="pres">
      <dgm:prSet presAssocID="{1091174A-95D2-484D-BB88-8FD1242B8FA2}" presName="linNode" presStyleCnt="0"/>
      <dgm:spPr/>
    </dgm:pt>
    <dgm:pt modelId="{5661C3A0-557F-4867-83A8-FBE5ACC1B77E}" type="pres">
      <dgm:prSet presAssocID="{1091174A-95D2-484D-BB88-8FD1242B8FA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F368C350-4E24-43DC-B871-ECA96A22BBBE}" type="pres">
      <dgm:prSet presAssocID="{1091174A-95D2-484D-BB88-8FD1242B8FA2}" presName="descendantText" presStyleLbl="alignAccFollowNode1" presStyleIdx="1" presStyleCnt="3">
        <dgm:presLayoutVars>
          <dgm:bulletEnabled val="1"/>
        </dgm:presLayoutVars>
      </dgm:prSet>
      <dgm:spPr/>
    </dgm:pt>
    <dgm:pt modelId="{E733291F-3703-466A-B0A1-5449F203DBFA}" type="pres">
      <dgm:prSet presAssocID="{CDCBE999-7BA7-4DAD-8604-1418210C4A4C}" presName="sp" presStyleCnt="0"/>
      <dgm:spPr/>
    </dgm:pt>
    <dgm:pt modelId="{2231EBB2-F325-456B-ABC0-DF7B72BEFC7F}" type="pres">
      <dgm:prSet presAssocID="{80736B2B-3CFC-4EB3-8D41-E3754551EA40}" presName="linNode" presStyleCnt="0"/>
      <dgm:spPr/>
    </dgm:pt>
    <dgm:pt modelId="{4A5F863D-86A8-4120-AEE0-9F5B873EF95D}" type="pres">
      <dgm:prSet presAssocID="{80736B2B-3CFC-4EB3-8D41-E3754551EA40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F146C19-E4B6-4D16-BA33-4EA51C6E83FE}" type="pres">
      <dgm:prSet presAssocID="{80736B2B-3CFC-4EB3-8D41-E3754551EA4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67012004-6C09-4A04-B9FB-E6F709F3BEC6}" srcId="{1091174A-95D2-484D-BB88-8FD1242B8FA2}" destId="{2EB5E60B-F5AB-4032-A81E-0CB6BA35546A}" srcOrd="0" destOrd="0" parTransId="{0F145975-4D3D-4A57-90AE-881E7FC6A321}" sibTransId="{3BE42A23-3589-438F-AC02-01703E2B1BB8}"/>
    <dgm:cxn modelId="{9302C547-1F97-4CFB-BDDA-2CB10DA7EB42}" srcId="{80736B2B-3CFC-4EB3-8D41-E3754551EA40}" destId="{2DB2A108-2EB8-41B5-BC42-1D55BBA5334B}" srcOrd="0" destOrd="0" parTransId="{AAA36585-FA7A-483A-9530-4AA742ECC0F4}" sibTransId="{87D0E8BD-544E-4970-B5DC-E44C396C74B1}"/>
    <dgm:cxn modelId="{40B16768-49D1-4D96-A498-6A0DBA19D095}" srcId="{73265A85-9A9F-4D18-81C5-481E3E2829DB}" destId="{1091174A-95D2-484D-BB88-8FD1242B8FA2}" srcOrd="1" destOrd="0" parTransId="{4D02EECB-41D7-4CDA-AF48-0A304EB624C1}" sibTransId="{CDCBE999-7BA7-4DAD-8604-1418210C4A4C}"/>
    <dgm:cxn modelId="{B2C3A751-8BD2-41D7-99C6-4542AB35A6A1}" srcId="{73265A85-9A9F-4D18-81C5-481E3E2829DB}" destId="{C4F0555B-45D5-4A8B-8664-3FA6E7B3EFCE}" srcOrd="0" destOrd="0" parTransId="{17F8755E-FB14-4C5A-9EEB-1E61050B6AB4}" sibTransId="{CCE641FD-388A-4267-A629-301DC3D14C8D}"/>
    <dgm:cxn modelId="{8AA7FF7F-CBE3-4737-BDFD-E578ADE95886}" type="presOf" srcId="{73265A85-9A9F-4D18-81C5-481E3E2829DB}" destId="{E539984F-4AAF-4CC3-B782-FF0B8828A85F}" srcOrd="0" destOrd="0" presId="urn:microsoft.com/office/officeart/2005/8/layout/vList5"/>
    <dgm:cxn modelId="{7DA5F48E-F88B-4D11-84A0-A044CAE80A94}" type="presOf" srcId="{C4F0555B-45D5-4A8B-8664-3FA6E7B3EFCE}" destId="{A51C2D5D-9493-4849-AD74-CA95A1A25379}" srcOrd="0" destOrd="0" presId="urn:microsoft.com/office/officeart/2005/8/layout/vList5"/>
    <dgm:cxn modelId="{FBF67996-56F5-438F-829C-CCCF4ACB8D52}" type="presOf" srcId="{2EB5E60B-F5AB-4032-A81E-0CB6BA35546A}" destId="{F368C350-4E24-43DC-B871-ECA96A22BBBE}" srcOrd="0" destOrd="0" presId="urn:microsoft.com/office/officeart/2005/8/layout/vList5"/>
    <dgm:cxn modelId="{9F024EA0-EED3-40F6-A43F-2DA23049CADB}" type="presOf" srcId="{1091174A-95D2-484D-BB88-8FD1242B8FA2}" destId="{5661C3A0-557F-4867-83A8-FBE5ACC1B77E}" srcOrd="0" destOrd="0" presId="urn:microsoft.com/office/officeart/2005/8/layout/vList5"/>
    <dgm:cxn modelId="{DDEE23B1-5D7A-42D3-845D-48260A5BBA8F}" type="presOf" srcId="{C32B9305-CB1D-49C4-B98F-DCF1207B9CE0}" destId="{89156AEE-F26F-45FF-BF7D-20ACA2E1C05A}" srcOrd="0" destOrd="0" presId="urn:microsoft.com/office/officeart/2005/8/layout/vList5"/>
    <dgm:cxn modelId="{69DE9ED1-AD80-4746-8F03-FF83FB597898}" type="presOf" srcId="{80736B2B-3CFC-4EB3-8D41-E3754551EA40}" destId="{4A5F863D-86A8-4120-AEE0-9F5B873EF95D}" srcOrd="0" destOrd="0" presId="urn:microsoft.com/office/officeart/2005/8/layout/vList5"/>
    <dgm:cxn modelId="{6609CED9-69D8-499E-9F28-AEF691747CFA}" srcId="{73265A85-9A9F-4D18-81C5-481E3E2829DB}" destId="{80736B2B-3CFC-4EB3-8D41-E3754551EA40}" srcOrd="2" destOrd="0" parTransId="{795CF20A-85AD-43B4-8AF9-E5A0E690310E}" sibTransId="{D3C3E8EB-5D3C-4E50-A79D-3A2038867873}"/>
    <dgm:cxn modelId="{6589FDD9-7206-4A3E-ACF7-2E6187DA5B87}" type="presOf" srcId="{2DB2A108-2EB8-41B5-BC42-1D55BBA5334B}" destId="{AF146C19-E4B6-4D16-BA33-4EA51C6E83FE}" srcOrd="0" destOrd="0" presId="urn:microsoft.com/office/officeart/2005/8/layout/vList5"/>
    <dgm:cxn modelId="{15F143FD-BB59-4905-AA2B-5104FC7BB119}" srcId="{C4F0555B-45D5-4A8B-8664-3FA6E7B3EFCE}" destId="{C32B9305-CB1D-49C4-B98F-DCF1207B9CE0}" srcOrd="0" destOrd="0" parTransId="{2A3D3730-1938-4F53-9555-575F140A0A98}" sibTransId="{E001239C-ECEE-4D98-BD6F-6FDBFAC57C12}"/>
    <dgm:cxn modelId="{DE8F3828-277A-4FD1-ACF6-60A3067BE767}" type="presParOf" srcId="{E539984F-4AAF-4CC3-B782-FF0B8828A85F}" destId="{8993CE28-E202-4863-BF1D-B4BA4BEF74F3}" srcOrd="0" destOrd="0" presId="urn:microsoft.com/office/officeart/2005/8/layout/vList5"/>
    <dgm:cxn modelId="{0EC98F0C-DBBE-4DE3-B6AA-CC50F768CA98}" type="presParOf" srcId="{8993CE28-E202-4863-BF1D-B4BA4BEF74F3}" destId="{A51C2D5D-9493-4849-AD74-CA95A1A25379}" srcOrd="0" destOrd="0" presId="urn:microsoft.com/office/officeart/2005/8/layout/vList5"/>
    <dgm:cxn modelId="{C1D0497B-745A-4791-AF4C-556CFF50DD61}" type="presParOf" srcId="{8993CE28-E202-4863-BF1D-B4BA4BEF74F3}" destId="{89156AEE-F26F-45FF-BF7D-20ACA2E1C05A}" srcOrd="1" destOrd="0" presId="urn:microsoft.com/office/officeart/2005/8/layout/vList5"/>
    <dgm:cxn modelId="{E584F1E8-A735-4A0B-AF55-C1AFFD59FFD8}" type="presParOf" srcId="{E539984F-4AAF-4CC3-B782-FF0B8828A85F}" destId="{5C8F4210-1EEE-46B8-AD38-A10BB07C79F8}" srcOrd="1" destOrd="0" presId="urn:microsoft.com/office/officeart/2005/8/layout/vList5"/>
    <dgm:cxn modelId="{F053A7B7-99C9-4F4E-959B-D1F87E83DF4A}" type="presParOf" srcId="{E539984F-4AAF-4CC3-B782-FF0B8828A85F}" destId="{1A788ED2-4CC2-4B74-829C-2C39C73061C0}" srcOrd="2" destOrd="0" presId="urn:microsoft.com/office/officeart/2005/8/layout/vList5"/>
    <dgm:cxn modelId="{7394BDE8-5DD3-4B20-8CD7-39110877F04F}" type="presParOf" srcId="{1A788ED2-4CC2-4B74-829C-2C39C73061C0}" destId="{5661C3A0-557F-4867-83A8-FBE5ACC1B77E}" srcOrd="0" destOrd="0" presId="urn:microsoft.com/office/officeart/2005/8/layout/vList5"/>
    <dgm:cxn modelId="{64878CC5-2C0A-4F02-AA5E-B9DB0E4144C8}" type="presParOf" srcId="{1A788ED2-4CC2-4B74-829C-2C39C73061C0}" destId="{F368C350-4E24-43DC-B871-ECA96A22BBBE}" srcOrd="1" destOrd="0" presId="urn:microsoft.com/office/officeart/2005/8/layout/vList5"/>
    <dgm:cxn modelId="{2FAF628C-0183-4920-8CC3-98C90BF120E6}" type="presParOf" srcId="{E539984F-4AAF-4CC3-B782-FF0B8828A85F}" destId="{E733291F-3703-466A-B0A1-5449F203DBFA}" srcOrd="3" destOrd="0" presId="urn:microsoft.com/office/officeart/2005/8/layout/vList5"/>
    <dgm:cxn modelId="{3E14BA8D-A568-4DF9-AB8B-9FF065629C03}" type="presParOf" srcId="{E539984F-4AAF-4CC3-B782-FF0B8828A85F}" destId="{2231EBB2-F325-456B-ABC0-DF7B72BEFC7F}" srcOrd="4" destOrd="0" presId="urn:microsoft.com/office/officeart/2005/8/layout/vList5"/>
    <dgm:cxn modelId="{8730BB3A-C531-45FD-B925-B3CB68646843}" type="presParOf" srcId="{2231EBB2-F325-456B-ABC0-DF7B72BEFC7F}" destId="{4A5F863D-86A8-4120-AEE0-9F5B873EF95D}" srcOrd="0" destOrd="0" presId="urn:microsoft.com/office/officeart/2005/8/layout/vList5"/>
    <dgm:cxn modelId="{9D419373-8F04-4103-8B7D-0E13613C45A0}" type="presParOf" srcId="{2231EBB2-F325-456B-ABC0-DF7B72BEFC7F}" destId="{AF146C19-E4B6-4D16-BA33-4EA51C6E83F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694FB-C5D7-485A-B162-BC555B364BC0}">
      <dsp:nvSpPr>
        <dsp:cNvPr id="0" name=""/>
        <dsp:cNvSpPr/>
      </dsp:nvSpPr>
      <dsp:spPr>
        <a:xfrm rot="5400000">
          <a:off x="2462532" y="-808884"/>
          <a:ext cx="897995" cy="27402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 dirty="0"/>
            <a:t>You </a:t>
          </a:r>
          <a:r>
            <a:rPr lang="pt-BR" sz="1300" kern="1200" dirty="0" err="1"/>
            <a:t>can</a:t>
          </a:r>
          <a:r>
            <a:rPr lang="pt-BR" sz="1300" kern="1200" dirty="0"/>
            <a:t> </a:t>
          </a:r>
          <a:r>
            <a:rPr lang="pt-BR" sz="1300" kern="1200" dirty="0" err="1"/>
            <a:t>add</a:t>
          </a:r>
          <a:r>
            <a:rPr lang="pt-BR" sz="1300" kern="1200" dirty="0"/>
            <a:t>, delete </a:t>
          </a:r>
          <a:r>
            <a:rPr lang="pt-BR" sz="1300" kern="1200" dirty="0" err="1"/>
            <a:t>or</a:t>
          </a:r>
          <a:r>
            <a:rPr lang="pt-BR" sz="1300" kern="1200" dirty="0"/>
            <a:t> </a:t>
          </a:r>
          <a:r>
            <a:rPr lang="pt-BR" sz="1300" kern="1200" dirty="0" err="1"/>
            <a:t>edit</a:t>
          </a:r>
          <a:r>
            <a:rPr lang="pt-BR" sz="1300" kern="1200" dirty="0"/>
            <a:t> fake </a:t>
          </a:r>
          <a:r>
            <a:rPr lang="pt-BR" sz="1300" kern="1200" dirty="0" err="1"/>
            <a:t>users</a:t>
          </a:r>
          <a:r>
            <a:rPr lang="pt-BR" sz="1300" kern="1200" dirty="0"/>
            <a:t>;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 dirty="0"/>
            <a:t>You </a:t>
          </a:r>
          <a:r>
            <a:rPr lang="pt-BR" sz="1300" kern="1200" dirty="0" err="1"/>
            <a:t>can</a:t>
          </a:r>
          <a:r>
            <a:rPr lang="pt-BR" sz="1300" kern="1200" dirty="0"/>
            <a:t> </a:t>
          </a:r>
          <a:r>
            <a:rPr lang="pt-BR" sz="1300" kern="1200" dirty="0" err="1"/>
            <a:t>put</a:t>
          </a:r>
          <a:r>
            <a:rPr lang="pt-BR" sz="1300" kern="1200" dirty="0"/>
            <a:t> </a:t>
          </a:r>
          <a:r>
            <a:rPr lang="pt-BR" sz="1300" kern="1200" dirty="0" err="1"/>
            <a:t>them</a:t>
          </a:r>
          <a:r>
            <a:rPr lang="pt-BR" sz="1300" kern="1200" dirty="0"/>
            <a:t> in Games, </a:t>
          </a:r>
          <a:r>
            <a:rPr lang="pt-BR" sz="1300" kern="1200" dirty="0" err="1"/>
            <a:t>change</a:t>
          </a:r>
          <a:r>
            <a:rPr lang="pt-BR" sz="1300" kern="1200" dirty="0"/>
            <a:t> online, offline, etc.</a:t>
          </a:r>
        </a:p>
      </dsp:txBody>
      <dsp:txXfrm rot="-5400000">
        <a:off x="1541399" y="156086"/>
        <a:ext cx="2696426" cy="810321"/>
      </dsp:txXfrm>
    </dsp:sp>
    <dsp:sp modelId="{96995206-BCD8-4923-AF9B-5F055E28A714}">
      <dsp:nvSpPr>
        <dsp:cNvPr id="0" name=""/>
        <dsp:cNvSpPr/>
      </dsp:nvSpPr>
      <dsp:spPr>
        <a:xfrm>
          <a:off x="0" y="0"/>
          <a:ext cx="1541398" cy="11224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kern="1200" dirty="0"/>
            <a:t>Test Tool</a:t>
          </a:r>
        </a:p>
      </dsp:txBody>
      <dsp:txXfrm>
        <a:off x="54796" y="54796"/>
        <a:ext cx="1431806" cy="10129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56AEE-F26F-45FF-BF7D-20ACA2E1C05A}">
      <dsp:nvSpPr>
        <dsp:cNvPr id="0" name=""/>
        <dsp:cNvSpPr/>
      </dsp:nvSpPr>
      <dsp:spPr>
        <a:xfrm rot="5400000">
          <a:off x="4834971" y="-1945859"/>
          <a:ext cx="842487" cy="494702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It </a:t>
          </a:r>
          <a:r>
            <a:rPr lang="pt-BR" sz="1400" kern="1200" dirty="0" err="1"/>
            <a:t>contains</a:t>
          </a:r>
          <a:r>
            <a:rPr lang="pt-BR" sz="1400" kern="1200" dirty="0"/>
            <a:t> </a:t>
          </a:r>
          <a:r>
            <a:rPr lang="pt-BR" sz="1400" kern="1200" dirty="0" err="1"/>
            <a:t>all</a:t>
          </a:r>
          <a:r>
            <a:rPr lang="pt-BR" sz="1400" kern="1200" dirty="0"/>
            <a:t> moves. By </a:t>
          </a:r>
          <a:r>
            <a:rPr lang="pt-BR" sz="1400" kern="1200" dirty="0" err="1"/>
            <a:t>clicking</a:t>
          </a:r>
          <a:r>
            <a:rPr lang="pt-BR" sz="1400" kern="1200" dirty="0"/>
            <a:t> </a:t>
          </a:r>
          <a:r>
            <a:rPr lang="pt-BR" sz="1400" kern="1200" dirty="0" err="1"/>
            <a:t>on</a:t>
          </a:r>
          <a:r>
            <a:rPr lang="pt-BR" sz="1400" kern="1200" dirty="0"/>
            <a:t> a move you </a:t>
          </a:r>
          <a:r>
            <a:rPr lang="pt-BR" sz="1400" kern="1200" dirty="0" err="1"/>
            <a:t>can</a:t>
          </a:r>
          <a:r>
            <a:rPr lang="pt-BR" sz="1400" kern="1200" dirty="0"/>
            <a:t> </a:t>
          </a:r>
          <a:r>
            <a:rPr lang="pt-BR" sz="1400" kern="1200" dirty="0" err="1"/>
            <a:t>change</a:t>
          </a:r>
          <a:r>
            <a:rPr lang="pt-BR" sz="1400" kern="1200" dirty="0"/>
            <a:t> </a:t>
          </a:r>
          <a:r>
            <a:rPr lang="pt-BR" sz="1400" kern="1200" dirty="0" err="1"/>
            <a:t>the</a:t>
          </a:r>
          <a:r>
            <a:rPr lang="pt-BR" sz="1400" kern="1200" dirty="0"/>
            <a:t> board </a:t>
          </a:r>
          <a:r>
            <a:rPr lang="pt-BR" sz="1400" kern="1200" dirty="0" err="1"/>
            <a:t>to</a:t>
          </a:r>
          <a:r>
            <a:rPr lang="pt-BR" sz="1400" kern="1200" dirty="0"/>
            <a:t> </a:t>
          </a:r>
          <a:r>
            <a:rPr lang="pt-BR" sz="1400" kern="1200" dirty="0" err="1"/>
            <a:t>any</a:t>
          </a:r>
          <a:r>
            <a:rPr lang="pt-BR" sz="1400" kern="1200" dirty="0"/>
            <a:t> </a:t>
          </a:r>
          <a:r>
            <a:rPr lang="pt-BR" sz="1400" kern="1200" dirty="0" err="1"/>
            <a:t>previous</a:t>
          </a:r>
          <a:r>
            <a:rPr lang="pt-BR" sz="1400" kern="1200" dirty="0"/>
            <a:t> </a:t>
          </a:r>
          <a:r>
            <a:rPr lang="pt-BR" sz="1400" kern="1200" dirty="0" err="1"/>
            <a:t>phase</a:t>
          </a:r>
          <a:r>
            <a:rPr lang="pt-BR" sz="1400" kern="1200" dirty="0"/>
            <a:t> </a:t>
          </a:r>
          <a:r>
            <a:rPr lang="pt-BR" sz="1400" kern="1200" dirty="0" err="1"/>
            <a:t>of</a:t>
          </a:r>
          <a:r>
            <a:rPr lang="pt-BR" sz="1400" kern="1200" dirty="0"/>
            <a:t> </a:t>
          </a:r>
          <a:r>
            <a:rPr lang="pt-BR" sz="1400" kern="1200" dirty="0" err="1"/>
            <a:t>the</a:t>
          </a:r>
          <a:r>
            <a:rPr lang="pt-BR" sz="1400" kern="1200" dirty="0"/>
            <a:t> game.</a:t>
          </a:r>
        </a:p>
      </dsp:txBody>
      <dsp:txXfrm rot="-5400000">
        <a:off x="2782703" y="147536"/>
        <a:ext cx="4905898" cy="760233"/>
      </dsp:txXfrm>
    </dsp:sp>
    <dsp:sp modelId="{A51C2D5D-9493-4849-AD74-CA95A1A25379}">
      <dsp:nvSpPr>
        <dsp:cNvPr id="0" name=""/>
        <dsp:cNvSpPr/>
      </dsp:nvSpPr>
      <dsp:spPr>
        <a:xfrm>
          <a:off x="0" y="1098"/>
          <a:ext cx="2782702" cy="1053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Game </a:t>
          </a:r>
          <a:r>
            <a:rPr lang="pt-BR" sz="1600" kern="1200" dirty="0" err="1"/>
            <a:t>History</a:t>
          </a:r>
          <a:endParaRPr lang="pt-BR" sz="1600" kern="1200" dirty="0"/>
        </a:p>
      </dsp:txBody>
      <dsp:txXfrm>
        <a:off x="51409" y="52507"/>
        <a:ext cx="2679884" cy="950291"/>
      </dsp:txXfrm>
    </dsp:sp>
    <dsp:sp modelId="{F368C350-4E24-43DC-B871-ECA96A22BBBE}">
      <dsp:nvSpPr>
        <dsp:cNvPr id="0" name=""/>
        <dsp:cNvSpPr/>
      </dsp:nvSpPr>
      <dsp:spPr>
        <a:xfrm rot="5400000">
          <a:off x="4834971" y="-840093"/>
          <a:ext cx="842487" cy="494702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You have </a:t>
          </a:r>
          <a:r>
            <a:rPr lang="pt-BR" sz="1400" kern="1200" dirty="0" err="1"/>
            <a:t>the</a:t>
          </a:r>
          <a:r>
            <a:rPr lang="pt-BR" sz="1400" kern="1200" dirty="0"/>
            <a:t> </a:t>
          </a:r>
          <a:r>
            <a:rPr lang="pt-BR" sz="1400" kern="1200" dirty="0" err="1"/>
            <a:t>Pieces</a:t>
          </a:r>
          <a:r>
            <a:rPr lang="pt-BR" sz="1400" kern="1200" dirty="0"/>
            <a:t> </a:t>
          </a:r>
          <a:r>
            <a:rPr lang="pt-BR" sz="1400" kern="1200" dirty="0" err="1"/>
            <a:t>here</a:t>
          </a:r>
          <a:r>
            <a:rPr lang="pt-BR" sz="1400" kern="1200" dirty="0"/>
            <a:t>. Click </a:t>
          </a:r>
          <a:r>
            <a:rPr lang="pt-BR" sz="1400" kern="1200" dirty="0" err="1"/>
            <a:t>on</a:t>
          </a:r>
          <a:r>
            <a:rPr lang="pt-BR" sz="1400" kern="1200" dirty="0"/>
            <a:t> a </a:t>
          </a:r>
          <a:r>
            <a:rPr lang="pt-BR" sz="1400" kern="1200" dirty="0" err="1"/>
            <a:t>piece</a:t>
          </a:r>
          <a:r>
            <a:rPr lang="pt-BR" sz="1400" kern="1200" dirty="0"/>
            <a:t> </a:t>
          </a:r>
          <a:r>
            <a:rPr lang="pt-BR" sz="1400" kern="1200" dirty="0" err="1"/>
            <a:t>to</a:t>
          </a:r>
          <a:r>
            <a:rPr lang="pt-BR" sz="1400" kern="1200" dirty="0"/>
            <a:t> show </a:t>
          </a:r>
          <a:r>
            <a:rPr lang="pt-BR" sz="1400" kern="1200" dirty="0" err="1"/>
            <a:t>highlighted</a:t>
          </a:r>
          <a:r>
            <a:rPr lang="pt-BR" sz="1400" kern="1200" dirty="0"/>
            <a:t> </a:t>
          </a:r>
          <a:r>
            <a:rPr lang="pt-BR" sz="1400" kern="1200" dirty="0" err="1"/>
            <a:t>squares</a:t>
          </a:r>
          <a:r>
            <a:rPr lang="pt-BR" sz="1400" kern="1200" dirty="0"/>
            <a:t> </a:t>
          </a:r>
          <a:r>
            <a:rPr lang="pt-BR" sz="1400" kern="1200" dirty="0" err="1"/>
            <a:t>on</a:t>
          </a:r>
          <a:r>
            <a:rPr lang="pt-BR" sz="1400" kern="1200" dirty="0"/>
            <a:t> </a:t>
          </a:r>
          <a:r>
            <a:rPr lang="pt-BR" sz="1400" kern="1200" dirty="0" err="1"/>
            <a:t>the</a:t>
          </a:r>
          <a:r>
            <a:rPr lang="pt-BR" sz="1400" kern="1200" dirty="0"/>
            <a:t> board </a:t>
          </a:r>
          <a:r>
            <a:rPr lang="pt-BR" sz="1400" kern="1200" dirty="0" err="1"/>
            <a:t>of</a:t>
          </a:r>
          <a:r>
            <a:rPr lang="pt-BR" sz="1400" kern="1200" dirty="0"/>
            <a:t> its </a:t>
          </a:r>
          <a:r>
            <a:rPr lang="pt-BR" sz="1400" kern="1200" dirty="0" err="1"/>
            <a:t>possible</a:t>
          </a:r>
          <a:r>
            <a:rPr lang="pt-BR" sz="1400" kern="1200" dirty="0"/>
            <a:t> moves. You </a:t>
          </a:r>
          <a:r>
            <a:rPr lang="pt-BR" sz="1400" kern="1200" dirty="0" err="1"/>
            <a:t>can</a:t>
          </a:r>
          <a:r>
            <a:rPr lang="pt-BR" sz="1400" kern="1200" dirty="0"/>
            <a:t> </a:t>
          </a:r>
          <a:r>
            <a:rPr lang="pt-BR" sz="1400" kern="1200" dirty="0" err="1"/>
            <a:t>also</a:t>
          </a:r>
          <a:r>
            <a:rPr lang="pt-BR" sz="1400" kern="1200" dirty="0"/>
            <a:t> drag it </a:t>
          </a:r>
          <a:r>
            <a:rPr lang="pt-BR" sz="1400" kern="1200" dirty="0" err="1"/>
            <a:t>to</a:t>
          </a:r>
          <a:r>
            <a:rPr lang="pt-BR" sz="1400" kern="1200" dirty="0"/>
            <a:t> </a:t>
          </a:r>
          <a:r>
            <a:rPr lang="pt-BR" sz="1400" kern="1200" dirty="0" err="1"/>
            <a:t>the</a:t>
          </a:r>
          <a:r>
            <a:rPr lang="pt-BR" sz="1400" kern="1200" dirty="0"/>
            <a:t> </a:t>
          </a:r>
          <a:r>
            <a:rPr lang="pt-BR" sz="1400" kern="1200" dirty="0" err="1"/>
            <a:t>desired</a:t>
          </a:r>
          <a:r>
            <a:rPr lang="pt-BR" sz="1400" kern="1200" dirty="0"/>
            <a:t> </a:t>
          </a:r>
          <a:r>
            <a:rPr lang="pt-BR" sz="1400" kern="1200" dirty="0" err="1"/>
            <a:t>square</a:t>
          </a:r>
          <a:r>
            <a:rPr lang="pt-BR" sz="1400" kern="1200" dirty="0"/>
            <a:t>.</a:t>
          </a:r>
        </a:p>
      </dsp:txBody>
      <dsp:txXfrm rot="-5400000">
        <a:off x="2782703" y="1253302"/>
        <a:ext cx="4905898" cy="760233"/>
      </dsp:txXfrm>
    </dsp:sp>
    <dsp:sp modelId="{5661C3A0-557F-4867-83A8-FBE5ACC1B77E}">
      <dsp:nvSpPr>
        <dsp:cNvPr id="0" name=""/>
        <dsp:cNvSpPr/>
      </dsp:nvSpPr>
      <dsp:spPr>
        <a:xfrm>
          <a:off x="0" y="1106864"/>
          <a:ext cx="2782702" cy="1053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Game Board</a:t>
          </a:r>
        </a:p>
      </dsp:txBody>
      <dsp:txXfrm>
        <a:off x="51409" y="1158273"/>
        <a:ext cx="2679884" cy="950291"/>
      </dsp:txXfrm>
    </dsp:sp>
    <dsp:sp modelId="{83D80ABE-8C19-473C-B839-ED5ABC2DC05D}">
      <dsp:nvSpPr>
        <dsp:cNvPr id="0" name=""/>
        <dsp:cNvSpPr/>
      </dsp:nvSpPr>
      <dsp:spPr>
        <a:xfrm rot="5400000">
          <a:off x="3667566" y="1325047"/>
          <a:ext cx="3167030" cy="494219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 err="1"/>
            <a:t>Ocurring</a:t>
          </a:r>
          <a:r>
            <a:rPr lang="pt-BR" sz="1400" kern="1200" dirty="0"/>
            <a:t> </a:t>
          </a:r>
          <a:r>
            <a:rPr lang="pt-BR" sz="1400" kern="1200" dirty="0" err="1"/>
            <a:t>state</a:t>
          </a:r>
          <a:r>
            <a:rPr lang="pt-BR" sz="1400" kern="1200" dirty="0"/>
            <a:t>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 err="1"/>
            <a:t>Resign</a:t>
          </a:r>
          <a:r>
            <a:rPr lang="pt-BR" sz="1400" kern="1200" dirty="0"/>
            <a:t> (</a:t>
          </a:r>
          <a:r>
            <a:rPr lang="pt-BR" sz="1400" kern="1200" dirty="0" err="1"/>
            <a:t>with</a:t>
          </a:r>
          <a:r>
            <a:rPr lang="pt-BR" sz="1400" kern="1200" dirty="0"/>
            <a:t> </a:t>
          </a:r>
          <a:r>
            <a:rPr lang="pt-BR" sz="1400" kern="1200" dirty="0" err="1"/>
            <a:t>conffirmation</a:t>
          </a:r>
          <a:r>
            <a:rPr lang="pt-BR" sz="1400" kern="1200" dirty="0"/>
            <a:t>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Ask for a draw</a:t>
          </a:r>
          <a:endParaRPr lang="pt-BR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 err="1"/>
            <a:t>Request</a:t>
          </a:r>
          <a:r>
            <a:rPr lang="pt-BR" sz="1400" kern="1200" dirty="0"/>
            <a:t> </a:t>
          </a:r>
          <a:r>
            <a:rPr lang="pt-BR" sz="1400" kern="1200" dirty="0" err="1"/>
            <a:t>draw</a:t>
          </a:r>
          <a:r>
            <a:rPr lang="pt-BR" sz="1400" kern="1200" dirty="0"/>
            <a:t> (3-repetition-moves) – </a:t>
          </a:r>
          <a:r>
            <a:rPr lang="pt-BR" sz="1400" kern="1200" dirty="0" err="1"/>
            <a:t>this</a:t>
          </a:r>
          <a:r>
            <a:rPr lang="pt-BR" sz="1400" kern="1200" dirty="0"/>
            <a:t> </a:t>
          </a:r>
          <a:r>
            <a:rPr lang="pt-BR" sz="1400" kern="1200" dirty="0" err="1"/>
            <a:t>will</a:t>
          </a:r>
          <a:r>
            <a:rPr lang="pt-BR" sz="1400" kern="1200" dirty="0"/>
            <a:t> </a:t>
          </a:r>
          <a:r>
            <a:rPr lang="pt-BR" sz="1400" kern="1200" dirty="0" err="1"/>
            <a:t>appear</a:t>
          </a:r>
          <a:r>
            <a:rPr lang="pt-BR" sz="1400" kern="1200" dirty="0"/>
            <a:t> as a </a:t>
          </a:r>
          <a:r>
            <a:rPr lang="pt-BR" sz="1400" kern="1200" dirty="0" err="1"/>
            <a:t>little</a:t>
          </a:r>
          <a:r>
            <a:rPr lang="pt-BR" sz="1400" kern="1200" dirty="0"/>
            <a:t> modal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Retrieve move</a:t>
          </a:r>
          <a:endParaRPr lang="pt-B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Waiting state</a:t>
          </a:r>
          <a:endParaRPr lang="pt-BR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 err="1"/>
            <a:t>Cancel</a:t>
          </a:r>
          <a:r>
            <a:rPr lang="pt-BR" sz="1400" kern="1200" dirty="0"/>
            <a:t> Game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Finished state</a:t>
          </a:r>
          <a:endParaRPr lang="pt-BR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Start new Game -&gt; </a:t>
          </a:r>
          <a:r>
            <a:rPr lang="pt-BR" sz="1400" kern="1200" dirty="0" err="1"/>
            <a:t>this</a:t>
          </a:r>
          <a:r>
            <a:rPr lang="pt-BR" sz="1400" kern="1200" dirty="0"/>
            <a:t> </a:t>
          </a:r>
          <a:r>
            <a:rPr lang="pt-BR" sz="1400" kern="1200" dirty="0" err="1"/>
            <a:t>will</a:t>
          </a:r>
          <a:r>
            <a:rPr lang="pt-BR" sz="1400" kern="1200" dirty="0"/>
            <a:t> </a:t>
          </a:r>
          <a:r>
            <a:rPr lang="pt-BR" sz="1400" kern="1200" dirty="0" err="1"/>
            <a:t>automatically</a:t>
          </a:r>
          <a:r>
            <a:rPr lang="pt-BR" sz="1400" kern="1200" dirty="0"/>
            <a:t> start a new Game </a:t>
          </a:r>
          <a:r>
            <a:rPr lang="pt-BR" sz="1400" kern="1200" dirty="0" err="1"/>
            <a:t>on</a:t>
          </a:r>
          <a:r>
            <a:rPr lang="pt-BR" sz="1400" kern="1200" dirty="0"/>
            <a:t> </a:t>
          </a:r>
          <a:r>
            <a:rPr lang="pt-BR" sz="1400" kern="1200" dirty="0" err="1"/>
            <a:t>that</a:t>
          </a:r>
          <a:r>
            <a:rPr lang="pt-BR" sz="1400" kern="1200" dirty="0"/>
            <a:t> </a:t>
          </a:r>
          <a:r>
            <a:rPr lang="pt-BR" sz="1400" kern="1200" dirty="0" err="1"/>
            <a:t>specific</a:t>
          </a:r>
          <a:r>
            <a:rPr lang="pt-BR" sz="1400" kern="1200" dirty="0"/>
            <a:t> </a:t>
          </a:r>
          <a:r>
            <a:rPr lang="pt-BR" sz="1400" kern="1200" dirty="0" err="1"/>
            <a:t>modality</a:t>
          </a:r>
          <a:r>
            <a:rPr lang="pt-BR" sz="1400" kern="1200" dirty="0"/>
            <a:t>.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 err="1"/>
            <a:t>Analyze</a:t>
          </a:r>
          <a:r>
            <a:rPr lang="pt-BR" sz="1400" kern="1200" dirty="0"/>
            <a:t> </a:t>
          </a:r>
          <a:r>
            <a:rPr lang="pt-BR" sz="1400" kern="1200" dirty="0" err="1"/>
            <a:t>this</a:t>
          </a:r>
          <a:r>
            <a:rPr lang="pt-BR" sz="1400" kern="1200" dirty="0"/>
            <a:t> Game</a:t>
          </a:r>
        </a:p>
      </dsp:txBody>
      <dsp:txXfrm rot="-5400000">
        <a:off x="2779984" y="2367231"/>
        <a:ext cx="4787592" cy="2857826"/>
      </dsp:txXfrm>
    </dsp:sp>
    <dsp:sp modelId="{217CF9E3-BB19-4127-97EE-DF2F47556DEA}">
      <dsp:nvSpPr>
        <dsp:cNvPr id="0" name=""/>
        <dsp:cNvSpPr/>
      </dsp:nvSpPr>
      <dsp:spPr>
        <a:xfrm>
          <a:off x="0" y="2675888"/>
          <a:ext cx="2779984" cy="22405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Game Menu</a:t>
          </a:r>
        </a:p>
      </dsp:txBody>
      <dsp:txXfrm>
        <a:off x="109373" y="2785261"/>
        <a:ext cx="2561238" cy="2021766"/>
      </dsp:txXfrm>
    </dsp:sp>
    <dsp:sp modelId="{AF146C19-E4B6-4D16-BA33-4EA51C6E83FE}">
      <dsp:nvSpPr>
        <dsp:cNvPr id="0" name=""/>
        <dsp:cNvSpPr/>
      </dsp:nvSpPr>
      <dsp:spPr>
        <a:xfrm rot="5400000">
          <a:off x="4834971" y="3485357"/>
          <a:ext cx="842487" cy="494702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 err="1"/>
            <a:t>An</a:t>
          </a:r>
          <a:r>
            <a:rPr lang="pt-BR" sz="1400" kern="1200" dirty="0"/>
            <a:t> input </a:t>
          </a:r>
          <a:r>
            <a:rPr lang="pt-BR" sz="1400" kern="1200" dirty="0" err="1"/>
            <a:t>and</a:t>
          </a:r>
          <a:r>
            <a:rPr lang="pt-BR" sz="1400" kern="1200" dirty="0"/>
            <a:t> a </a:t>
          </a:r>
          <a:r>
            <a:rPr lang="pt-BR" sz="1400" kern="1200" dirty="0" err="1"/>
            <a:t>button</a:t>
          </a:r>
          <a:r>
            <a:rPr lang="pt-BR" sz="1400" kern="1200" dirty="0"/>
            <a:t> </a:t>
          </a:r>
          <a:r>
            <a:rPr lang="pt-BR" sz="1400" kern="1200" dirty="0" err="1"/>
            <a:t>to</a:t>
          </a:r>
          <a:r>
            <a:rPr lang="pt-BR" sz="1400" kern="1200" dirty="0"/>
            <a:t> </a:t>
          </a:r>
          <a:r>
            <a:rPr lang="pt-BR" sz="1400" kern="1200" dirty="0" err="1"/>
            <a:t>send</a:t>
          </a:r>
          <a:r>
            <a:rPr lang="pt-BR" sz="1400" kern="1200" dirty="0"/>
            <a:t> </a:t>
          </a:r>
          <a:r>
            <a:rPr lang="pt-BR" sz="1400" kern="1200" dirty="0" err="1"/>
            <a:t>messages</a:t>
          </a:r>
          <a:r>
            <a:rPr lang="pt-BR" sz="1400" kern="1200" dirty="0"/>
            <a:t>; </a:t>
          </a:r>
          <a:r>
            <a:rPr lang="pt-BR" sz="1400" kern="1200" dirty="0" err="1"/>
            <a:t>an</a:t>
          </a:r>
          <a:r>
            <a:rPr lang="pt-BR" sz="1400" kern="1200" dirty="0"/>
            <a:t> output </a:t>
          </a:r>
          <a:r>
            <a:rPr lang="pt-BR" sz="1400" kern="1200" dirty="0" err="1"/>
            <a:t>to</a:t>
          </a:r>
          <a:r>
            <a:rPr lang="pt-BR" sz="1400" kern="1200" dirty="0"/>
            <a:t> show </a:t>
          </a:r>
          <a:r>
            <a:rPr lang="pt-BR" sz="1400" kern="1200" dirty="0" err="1"/>
            <a:t>the</a:t>
          </a:r>
          <a:r>
            <a:rPr lang="pt-BR" sz="1400" kern="1200" dirty="0"/>
            <a:t> </a:t>
          </a:r>
          <a:r>
            <a:rPr lang="pt-BR" sz="1400" kern="1200" dirty="0" err="1"/>
            <a:t>messages</a:t>
          </a:r>
          <a:r>
            <a:rPr lang="pt-BR" sz="1400" kern="1200" dirty="0"/>
            <a:t> sent. </a:t>
          </a:r>
          <a:r>
            <a:rPr lang="pt-BR" sz="1400" kern="1200" dirty="0" err="1"/>
            <a:t>Player’s</a:t>
          </a:r>
          <a:r>
            <a:rPr lang="pt-BR" sz="1400" kern="1200" dirty="0"/>
            <a:t> </a:t>
          </a:r>
          <a:r>
            <a:rPr lang="pt-BR" sz="1400" kern="1200" dirty="0" err="1"/>
            <a:t>messages</a:t>
          </a:r>
          <a:r>
            <a:rPr lang="pt-BR" sz="1400" kern="1200" dirty="0"/>
            <a:t> </a:t>
          </a:r>
          <a:r>
            <a:rPr lang="pt-BR" sz="1400" kern="1200" dirty="0" err="1"/>
            <a:t>will</a:t>
          </a:r>
          <a:r>
            <a:rPr lang="pt-BR" sz="1400" kern="1200" dirty="0"/>
            <a:t> </a:t>
          </a:r>
          <a:r>
            <a:rPr lang="pt-BR" sz="1400" kern="1200" dirty="0" err="1"/>
            <a:t>be</a:t>
          </a:r>
          <a:r>
            <a:rPr lang="pt-BR" sz="1400" kern="1200" dirty="0"/>
            <a:t> set </a:t>
          </a:r>
          <a:r>
            <a:rPr lang="pt-BR" sz="1400" kern="1200" dirty="0" err="1"/>
            <a:t>on</a:t>
          </a:r>
          <a:r>
            <a:rPr lang="pt-BR" sz="1400" kern="1200" dirty="0"/>
            <a:t> </a:t>
          </a:r>
          <a:r>
            <a:rPr lang="pt-BR" sz="1400" kern="1200" dirty="0" err="1"/>
            <a:t>opposite</a:t>
          </a:r>
          <a:r>
            <a:rPr lang="pt-BR" sz="1400" kern="1200" dirty="0"/>
            <a:t> </a:t>
          </a:r>
          <a:r>
            <a:rPr lang="pt-BR" sz="1400" kern="1200" dirty="0" err="1"/>
            <a:t>sides</a:t>
          </a:r>
          <a:r>
            <a:rPr lang="pt-BR" sz="1400" kern="1200" dirty="0"/>
            <a:t>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BR" sz="1400" kern="1200" dirty="0"/>
        </a:p>
      </dsp:txBody>
      <dsp:txXfrm rot="-5400000">
        <a:off x="2782703" y="5578753"/>
        <a:ext cx="4905898" cy="760233"/>
      </dsp:txXfrm>
    </dsp:sp>
    <dsp:sp modelId="{4A5F863D-86A8-4120-AEE0-9F5B873EF95D}">
      <dsp:nvSpPr>
        <dsp:cNvPr id="0" name=""/>
        <dsp:cNvSpPr/>
      </dsp:nvSpPr>
      <dsp:spPr>
        <a:xfrm>
          <a:off x="0" y="5432315"/>
          <a:ext cx="2782702" cy="1053109"/>
        </a:xfrm>
        <a:prstGeom prst="roundRect">
          <a:avLst/>
        </a:prstGeom>
        <a:solidFill>
          <a:srgbClr val="574F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Game Chat</a:t>
          </a:r>
        </a:p>
      </dsp:txBody>
      <dsp:txXfrm>
        <a:off x="51409" y="5483724"/>
        <a:ext cx="2679884" cy="9502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56AEE-F26F-45FF-BF7D-20ACA2E1C05A}">
      <dsp:nvSpPr>
        <dsp:cNvPr id="0" name=""/>
        <dsp:cNvSpPr/>
      </dsp:nvSpPr>
      <dsp:spPr>
        <a:xfrm rot="5400000">
          <a:off x="4693275" y="-1767705"/>
          <a:ext cx="1125879" cy="494702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 err="1"/>
            <a:t>UserName</a:t>
          </a:r>
          <a:r>
            <a:rPr lang="pt-BR" sz="1400" kern="1200" dirty="0"/>
            <a:t> </a:t>
          </a:r>
          <a:r>
            <a:rPr lang="pt-BR" sz="1400" kern="1200" dirty="0" err="1"/>
            <a:t>of</a:t>
          </a:r>
          <a:r>
            <a:rPr lang="pt-BR" sz="1400" kern="1200" dirty="0"/>
            <a:t> Players in </a:t>
          </a:r>
          <a:r>
            <a:rPr lang="pt-BR" sz="1400" kern="1200" dirty="0" err="1"/>
            <a:t>the</a:t>
          </a:r>
          <a:r>
            <a:rPr lang="pt-BR" sz="1400" kern="1200" dirty="0"/>
            <a:t> game.</a:t>
          </a:r>
        </a:p>
      </dsp:txBody>
      <dsp:txXfrm rot="-5400000">
        <a:off x="2782703" y="197828"/>
        <a:ext cx="4892064" cy="1015957"/>
      </dsp:txXfrm>
    </dsp:sp>
    <dsp:sp modelId="{A51C2D5D-9493-4849-AD74-CA95A1A25379}">
      <dsp:nvSpPr>
        <dsp:cNvPr id="0" name=""/>
        <dsp:cNvSpPr/>
      </dsp:nvSpPr>
      <dsp:spPr>
        <a:xfrm>
          <a:off x="0" y="2132"/>
          <a:ext cx="2782702" cy="1407349"/>
        </a:xfrm>
        <a:prstGeom prst="roundRect">
          <a:avLst/>
        </a:prstGeom>
        <a:solidFill>
          <a:srgbClr val="574F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 err="1"/>
            <a:t>UserName</a:t>
          </a:r>
          <a:endParaRPr lang="pt-BR" sz="1600" kern="1200" dirty="0"/>
        </a:p>
      </dsp:txBody>
      <dsp:txXfrm>
        <a:off x="68701" y="70833"/>
        <a:ext cx="2645300" cy="1269947"/>
      </dsp:txXfrm>
    </dsp:sp>
    <dsp:sp modelId="{F368C350-4E24-43DC-B871-ECA96A22BBBE}">
      <dsp:nvSpPr>
        <dsp:cNvPr id="0" name=""/>
        <dsp:cNvSpPr/>
      </dsp:nvSpPr>
      <dsp:spPr>
        <a:xfrm rot="5400000">
          <a:off x="4693275" y="-289988"/>
          <a:ext cx="1125879" cy="494702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Profile Picture </a:t>
          </a:r>
          <a:r>
            <a:rPr lang="pt-BR" sz="1400" kern="1200" dirty="0" err="1"/>
            <a:t>of</a:t>
          </a:r>
          <a:r>
            <a:rPr lang="pt-BR" sz="1400" kern="1200" dirty="0"/>
            <a:t> </a:t>
          </a:r>
          <a:r>
            <a:rPr lang="pt-BR" sz="1400" kern="1200" dirty="0" err="1"/>
            <a:t>respective</a:t>
          </a:r>
          <a:r>
            <a:rPr lang="pt-BR" sz="1400" kern="1200" dirty="0"/>
            <a:t> Player.</a:t>
          </a:r>
        </a:p>
      </dsp:txBody>
      <dsp:txXfrm rot="-5400000">
        <a:off x="2782703" y="1675545"/>
        <a:ext cx="4892064" cy="1015957"/>
      </dsp:txXfrm>
    </dsp:sp>
    <dsp:sp modelId="{5661C3A0-557F-4867-83A8-FBE5ACC1B77E}">
      <dsp:nvSpPr>
        <dsp:cNvPr id="0" name=""/>
        <dsp:cNvSpPr/>
      </dsp:nvSpPr>
      <dsp:spPr>
        <a:xfrm>
          <a:off x="0" y="1479849"/>
          <a:ext cx="2782702" cy="1407349"/>
        </a:xfrm>
        <a:prstGeom prst="roundRect">
          <a:avLst/>
        </a:prstGeom>
        <a:solidFill>
          <a:srgbClr val="574F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 err="1"/>
            <a:t>UserImage</a:t>
          </a:r>
          <a:endParaRPr lang="pt-BR" sz="1600" kern="1200" dirty="0"/>
        </a:p>
      </dsp:txBody>
      <dsp:txXfrm>
        <a:off x="68701" y="1548550"/>
        <a:ext cx="2645300" cy="1269947"/>
      </dsp:txXfrm>
    </dsp:sp>
    <dsp:sp modelId="{AF146C19-E4B6-4D16-BA33-4EA51C6E83FE}">
      <dsp:nvSpPr>
        <dsp:cNvPr id="0" name=""/>
        <dsp:cNvSpPr/>
      </dsp:nvSpPr>
      <dsp:spPr>
        <a:xfrm rot="5400000">
          <a:off x="4693275" y="1187728"/>
          <a:ext cx="1125879" cy="494702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 err="1"/>
            <a:t>Clocks</a:t>
          </a:r>
          <a:r>
            <a:rPr lang="pt-BR" sz="1400" kern="1200" dirty="0"/>
            <a:t> for </a:t>
          </a:r>
          <a:r>
            <a:rPr lang="pt-BR" sz="1400" kern="1200" dirty="0" err="1"/>
            <a:t>each</a:t>
          </a:r>
          <a:r>
            <a:rPr lang="pt-BR" sz="1400" kern="1200" dirty="0"/>
            <a:t> Player.</a:t>
          </a:r>
        </a:p>
      </dsp:txBody>
      <dsp:txXfrm rot="-5400000">
        <a:off x="2782703" y="3153262"/>
        <a:ext cx="4892064" cy="1015957"/>
      </dsp:txXfrm>
    </dsp:sp>
    <dsp:sp modelId="{4A5F863D-86A8-4120-AEE0-9F5B873EF95D}">
      <dsp:nvSpPr>
        <dsp:cNvPr id="0" name=""/>
        <dsp:cNvSpPr/>
      </dsp:nvSpPr>
      <dsp:spPr>
        <a:xfrm>
          <a:off x="0" y="2957566"/>
          <a:ext cx="2782702" cy="1407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Game </a:t>
          </a:r>
          <a:r>
            <a:rPr lang="pt-BR" sz="1600" kern="1200" dirty="0" err="1"/>
            <a:t>Clock</a:t>
          </a:r>
          <a:endParaRPr lang="pt-BR" sz="1600" kern="1200" dirty="0"/>
        </a:p>
      </dsp:txBody>
      <dsp:txXfrm>
        <a:off x="68701" y="3026267"/>
        <a:ext cx="2645300" cy="12699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3910E-2C18-7DB5-E31F-5EA4DF0BC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4286" cy="883920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/>
              <a:t>Main </a:t>
            </a:r>
            <a:r>
              <a:rPr lang="pt-BR" dirty="0" err="1"/>
              <a:t>Nav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8828623-1A48-2C60-7CE0-F5D9EE8AE3DC}"/>
              </a:ext>
            </a:extLst>
          </p:cNvPr>
          <p:cNvSpPr/>
          <p:nvPr/>
        </p:nvSpPr>
        <p:spPr>
          <a:xfrm>
            <a:off x="0" y="2415978"/>
            <a:ext cx="12192000" cy="101302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DDF8FE-504A-C0B6-75B4-68A7082ADD41}"/>
              </a:ext>
            </a:extLst>
          </p:cNvPr>
          <p:cNvSpPr txBox="1"/>
          <p:nvPr/>
        </p:nvSpPr>
        <p:spPr>
          <a:xfrm>
            <a:off x="262758" y="2736044"/>
            <a:ext cx="1029014" cy="372889"/>
          </a:xfrm>
          <a:prstGeom prst="rect">
            <a:avLst/>
          </a:prstGeom>
          <a:solidFill>
            <a:srgbClr val="5A8B25"/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Logo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DC8141A-02C3-10BE-37E5-891FFBEB91ED}"/>
              </a:ext>
            </a:extLst>
          </p:cNvPr>
          <p:cNvSpPr/>
          <p:nvPr/>
        </p:nvSpPr>
        <p:spPr>
          <a:xfrm>
            <a:off x="11197590" y="2548999"/>
            <a:ext cx="731652" cy="746978"/>
          </a:xfrm>
          <a:prstGeom prst="ellipse">
            <a:avLst/>
          </a:prstGeom>
          <a:solidFill>
            <a:srgbClr val="5A8B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6D3E6D4-19CA-C51F-D5EF-D74849B5B95A}"/>
              </a:ext>
            </a:extLst>
          </p:cNvPr>
          <p:cNvGrpSpPr/>
          <p:nvPr/>
        </p:nvGrpSpPr>
        <p:grpSpPr>
          <a:xfrm>
            <a:off x="1385460" y="2415978"/>
            <a:ext cx="1009892" cy="898922"/>
            <a:chOff x="10137786" y="2323627"/>
            <a:chExt cx="1009892" cy="898922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FE3F9356-51B2-4C76-2436-A1AA6702ECC0}"/>
                </a:ext>
              </a:extLst>
            </p:cNvPr>
            <p:cNvSpPr/>
            <p:nvPr/>
          </p:nvSpPr>
          <p:spPr>
            <a:xfrm>
              <a:off x="10325364" y="2669293"/>
              <a:ext cx="584200" cy="553256"/>
            </a:xfrm>
            <a:prstGeom prst="roundRect">
              <a:avLst/>
            </a:prstGeom>
            <a:solidFill>
              <a:srgbClr val="5A8B2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7D98C50E-F663-4827-11B0-C53CB14441FC}"/>
                </a:ext>
              </a:extLst>
            </p:cNvPr>
            <p:cNvSpPr txBox="1"/>
            <p:nvPr/>
          </p:nvSpPr>
          <p:spPr>
            <a:xfrm>
              <a:off x="10137786" y="2323627"/>
              <a:ext cx="10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Test Tool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BCA879C-1A1E-CB1E-9AC5-F0F3451BA896}"/>
              </a:ext>
            </a:extLst>
          </p:cNvPr>
          <p:cNvSpPr txBox="1"/>
          <p:nvPr/>
        </p:nvSpPr>
        <p:spPr>
          <a:xfrm>
            <a:off x="10957310" y="3251404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UserImage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EF24720-72B5-8891-214C-84F6A39522C1}"/>
              </a:ext>
            </a:extLst>
          </p:cNvPr>
          <p:cNvSpPr txBox="1"/>
          <p:nvPr/>
        </p:nvSpPr>
        <p:spPr>
          <a:xfrm>
            <a:off x="5113262" y="2732546"/>
            <a:ext cx="1400942" cy="646331"/>
          </a:xfrm>
          <a:prstGeom prst="rect">
            <a:avLst/>
          </a:prstGeom>
          <a:solidFill>
            <a:srgbClr val="5A8B25"/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Playnew</a:t>
            </a:r>
            <a:r>
              <a:rPr lang="pt-BR" dirty="0"/>
              <a:t> Game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F273818-E419-CC4F-068B-210040962A46}"/>
              </a:ext>
            </a:extLst>
          </p:cNvPr>
          <p:cNvSpPr txBox="1"/>
          <p:nvPr/>
        </p:nvSpPr>
        <p:spPr>
          <a:xfrm>
            <a:off x="6754484" y="2732546"/>
            <a:ext cx="1400942" cy="369332"/>
          </a:xfrm>
          <a:prstGeom prst="rect">
            <a:avLst/>
          </a:prstGeom>
          <a:solidFill>
            <a:srgbClr val="5A8B25"/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Edit</a:t>
            </a:r>
            <a:r>
              <a:rPr lang="pt-BR" dirty="0"/>
              <a:t> Game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32D34D4-89D5-E654-D077-879CF203C908}"/>
              </a:ext>
            </a:extLst>
          </p:cNvPr>
          <p:cNvSpPr txBox="1"/>
          <p:nvPr/>
        </p:nvSpPr>
        <p:spPr>
          <a:xfrm>
            <a:off x="8395706" y="2732546"/>
            <a:ext cx="1400942" cy="369332"/>
          </a:xfrm>
          <a:prstGeom prst="rect">
            <a:avLst/>
          </a:prstGeom>
          <a:solidFill>
            <a:srgbClr val="5A8B25"/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Search</a:t>
            </a:r>
          </a:p>
        </p:txBody>
      </p:sp>
      <p:graphicFrame>
        <p:nvGraphicFramePr>
          <p:cNvPr id="27" name="Diagrama 26">
            <a:extLst>
              <a:ext uri="{FF2B5EF4-FFF2-40B4-BE49-F238E27FC236}">
                <a16:creationId xmlns:a16="http://schemas.microsoft.com/office/drawing/2014/main" id="{C634BEC2-6EBF-5889-77F4-D219FE6621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8691573"/>
              </p:ext>
            </p:extLst>
          </p:nvPr>
        </p:nvGraphicFramePr>
        <p:xfrm>
          <a:off x="404638" y="4399811"/>
          <a:ext cx="4281662" cy="1122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285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B298C-9D47-C055-1F08-D0CCB81EA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F30CC-DA3D-CCD1-8663-A95AC0786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4286" cy="883920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/>
              <a:t>Game </a:t>
            </a:r>
            <a:r>
              <a:rPr lang="pt-BR" dirty="0" err="1"/>
              <a:t>page</a:t>
            </a:r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E91AE69-7A4F-CC46-2F19-C02CEFB41536}"/>
              </a:ext>
            </a:extLst>
          </p:cNvPr>
          <p:cNvGrpSpPr/>
          <p:nvPr/>
        </p:nvGrpSpPr>
        <p:grpSpPr>
          <a:xfrm>
            <a:off x="444500" y="1358900"/>
            <a:ext cx="2311400" cy="4762500"/>
            <a:chOff x="444500" y="1358900"/>
            <a:chExt cx="2311400" cy="4762500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1B2643A-62F4-E600-9E5D-56F0EB0D12D4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CDF5881B-8615-8069-100A-4C6247009A38}"/>
                </a:ext>
              </a:extLst>
            </p:cNvPr>
            <p:cNvSpPr txBox="1"/>
            <p:nvPr/>
          </p:nvSpPr>
          <p:spPr>
            <a:xfrm>
              <a:off x="560070" y="1516380"/>
              <a:ext cx="2080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Game </a:t>
              </a:r>
              <a:r>
                <a:rPr lang="pt-BR" dirty="0" err="1"/>
                <a:t>History</a:t>
              </a:r>
              <a:endParaRPr lang="pt-BR" dirty="0"/>
            </a:p>
          </p:txBody>
        </p:sp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2215AA9C-5896-DD24-D78D-E05C0ACDAECE}"/>
              </a:ext>
            </a:extLst>
          </p:cNvPr>
          <p:cNvSpPr/>
          <p:nvPr/>
        </p:nvSpPr>
        <p:spPr>
          <a:xfrm>
            <a:off x="3835400" y="1803872"/>
            <a:ext cx="4286250" cy="3924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19488845-B706-4648-5D5F-86F296D6E7CB}"/>
              </a:ext>
            </a:extLst>
          </p:cNvPr>
          <p:cNvGrpSpPr/>
          <p:nvPr/>
        </p:nvGrpSpPr>
        <p:grpSpPr>
          <a:xfrm>
            <a:off x="9055100" y="1516380"/>
            <a:ext cx="2311400" cy="1727200"/>
            <a:chOff x="444500" y="1358900"/>
            <a:chExt cx="2311400" cy="476250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6D92FA3-976B-C3BB-B632-18E3ECFE4AFC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2245D906-195B-CAD7-D7F7-FFAFEF0347FF}"/>
                </a:ext>
              </a:extLst>
            </p:cNvPr>
            <p:cNvSpPr txBox="1"/>
            <p:nvPr/>
          </p:nvSpPr>
          <p:spPr>
            <a:xfrm>
              <a:off x="560070" y="1516381"/>
              <a:ext cx="2080260" cy="1018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Game Menu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DED4FDD-8945-C745-94BB-622B86B3B089}"/>
              </a:ext>
            </a:extLst>
          </p:cNvPr>
          <p:cNvGrpSpPr/>
          <p:nvPr/>
        </p:nvGrpSpPr>
        <p:grpSpPr>
          <a:xfrm>
            <a:off x="9055100" y="3688080"/>
            <a:ext cx="2311400" cy="2357120"/>
            <a:chOff x="444500" y="1358900"/>
            <a:chExt cx="2311400" cy="4762500"/>
          </a:xfrm>
          <a:solidFill>
            <a:srgbClr val="574FFF"/>
          </a:solidFill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65236FD1-7AB7-F4B1-83B6-44D9F28DE761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9C07044E-4C7F-7D97-2B0E-1CEB1822D414}"/>
                </a:ext>
              </a:extLst>
            </p:cNvPr>
            <p:cNvSpPr txBox="1"/>
            <p:nvPr/>
          </p:nvSpPr>
          <p:spPr>
            <a:xfrm>
              <a:off x="560070" y="1516380"/>
              <a:ext cx="2080260" cy="7462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Game Chat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9B956D7-A5A4-8BD4-A4E8-23A9DF4007D8}"/>
              </a:ext>
            </a:extLst>
          </p:cNvPr>
          <p:cNvSpPr txBox="1"/>
          <p:nvPr/>
        </p:nvSpPr>
        <p:spPr>
          <a:xfrm>
            <a:off x="4865370" y="1942825"/>
            <a:ext cx="2080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Game Board.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F051A645-A9FF-6A35-7B7D-3741C14B99CD}"/>
              </a:ext>
            </a:extLst>
          </p:cNvPr>
          <p:cNvGrpSpPr/>
          <p:nvPr/>
        </p:nvGrpSpPr>
        <p:grpSpPr>
          <a:xfrm>
            <a:off x="3658235" y="991328"/>
            <a:ext cx="4523104" cy="709165"/>
            <a:chOff x="3658235" y="991328"/>
            <a:chExt cx="4523104" cy="709165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E53919C7-B743-51FF-FADF-4B69FD2073FB}"/>
                </a:ext>
              </a:extLst>
            </p:cNvPr>
            <p:cNvSpPr/>
            <p:nvPr/>
          </p:nvSpPr>
          <p:spPr>
            <a:xfrm>
              <a:off x="3835400" y="1238250"/>
              <a:ext cx="482283" cy="462243"/>
            </a:xfrm>
            <a:prstGeom prst="ellipse">
              <a:avLst/>
            </a:prstGeom>
            <a:solidFill>
              <a:srgbClr val="574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97413076-F850-B566-3662-9A551115217A}"/>
                </a:ext>
              </a:extLst>
            </p:cNvPr>
            <p:cNvSpPr/>
            <p:nvPr/>
          </p:nvSpPr>
          <p:spPr>
            <a:xfrm>
              <a:off x="4404678" y="1356023"/>
              <a:ext cx="1247775" cy="226695"/>
            </a:xfrm>
            <a:prstGeom prst="roundRect">
              <a:avLst/>
            </a:prstGeom>
            <a:solidFill>
              <a:srgbClr val="574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9FBEED08-3132-34B6-6B8F-4B19900BE26D}"/>
                </a:ext>
              </a:extLst>
            </p:cNvPr>
            <p:cNvSpPr/>
            <p:nvPr/>
          </p:nvSpPr>
          <p:spPr>
            <a:xfrm>
              <a:off x="7270750" y="1357593"/>
              <a:ext cx="846454" cy="31805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D3D7BAFB-9BFA-2083-585F-70EDB304F668}"/>
                </a:ext>
              </a:extLst>
            </p:cNvPr>
            <p:cNvSpPr txBox="1"/>
            <p:nvPr/>
          </p:nvSpPr>
          <p:spPr>
            <a:xfrm>
              <a:off x="3658235" y="991328"/>
              <a:ext cx="9747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err="1">
                  <a:solidFill>
                    <a:schemeClr val="bg1"/>
                  </a:solidFill>
                </a:rPr>
                <a:t>UserImage</a:t>
              </a:r>
              <a:endParaRPr lang="pt-BR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EE46D2EA-3BB0-FA46-785F-396881D988DC}"/>
                </a:ext>
              </a:extLst>
            </p:cNvPr>
            <p:cNvSpPr txBox="1"/>
            <p:nvPr/>
          </p:nvSpPr>
          <p:spPr>
            <a:xfrm>
              <a:off x="4541202" y="1068911"/>
              <a:ext cx="9747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err="1">
                  <a:solidFill>
                    <a:schemeClr val="bg1"/>
                  </a:solidFill>
                </a:rPr>
                <a:t>UserName</a:t>
              </a:r>
              <a:endParaRPr lang="pt-BR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47F81873-A33D-126C-123C-3A0C9C2606A1}"/>
                </a:ext>
              </a:extLst>
            </p:cNvPr>
            <p:cNvSpPr txBox="1"/>
            <p:nvPr/>
          </p:nvSpPr>
          <p:spPr>
            <a:xfrm>
              <a:off x="7206614" y="1028904"/>
              <a:ext cx="9747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>
                  <a:solidFill>
                    <a:schemeClr val="bg1"/>
                  </a:solidFill>
                </a:rPr>
                <a:t>Game </a:t>
              </a:r>
              <a:r>
                <a:rPr lang="pt-BR" sz="1200" b="1" dirty="0" err="1">
                  <a:solidFill>
                    <a:schemeClr val="bg1"/>
                  </a:solidFill>
                </a:rPr>
                <a:t>Clock</a:t>
              </a:r>
              <a:endParaRPr lang="pt-BR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B72A099-62B1-CAF3-D9FA-903C01576642}"/>
              </a:ext>
            </a:extLst>
          </p:cNvPr>
          <p:cNvGrpSpPr/>
          <p:nvPr/>
        </p:nvGrpSpPr>
        <p:grpSpPr>
          <a:xfrm>
            <a:off x="3837623" y="5779773"/>
            <a:ext cx="4281804" cy="462243"/>
            <a:chOff x="3835400" y="1238250"/>
            <a:chExt cx="4281804" cy="462243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7E63AED5-734B-BC39-5D69-3DBE73E60679}"/>
                </a:ext>
              </a:extLst>
            </p:cNvPr>
            <p:cNvSpPr/>
            <p:nvPr/>
          </p:nvSpPr>
          <p:spPr>
            <a:xfrm>
              <a:off x="3835400" y="1238250"/>
              <a:ext cx="482283" cy="462243"/>
            </a:xfrm>
            <a:prstGeom prst="ellipse">
              <a:avLst/>
            </a:prstGeom>
            <a:solidFill>
              <a:srgbClr val="574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A1D07E0-FC8C-EED4-8A0E-5A1DEA75E784}"/>
                </a:ext>
              </a:extLst>
            </p:cNvPr>
            <p:cNvSpPr/>
            <p:nvPr/>
          </p:nvSpPr>
          <p:spPr>
            <a:xfrm>
              <a:off x="4404678" y="1356023"/>
              <a:ext cx="1247775" cy="226695"/>
            </a:xfrm>
            <a:prstGeom prst="roundRect">
              <a:avLst/>
            </a:prstGeom>
            <a:solidFill>
              <a:srgbClr val="574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14F1F77A-8844-013F-D641-A09B832BB1A1}"/>
                </a:ext>
              </a:extLst>
            </p:cNvPr>
            <p:cNvSpPr/>
            <p:nvPr/>
          </p:nvSpPr>
          <p:spPr>
            <a:xfrm>
              <a:off x="7270750" y="1357593"/>
              <a:ext cx="846454" cy="31805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06642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35D2D3A-C5DC-1163-93CD-C1FAA0663D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6854623"/>
              </p:ext>
            </p:extLst>
          </p:nvPr>
        </p:nvGraphicFramePr>
        <p:xfrm>
          <a:off x="2231136" y="95251"/>
          <a:ext cx="7729728" cy="6486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198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2F1D5-D8FB-44F3-B20A-8B0B54D5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B9223BD-8EDC-B2B6-A167-BF921FA3C0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3688676"/>
              </p:ext>
            </p:extLst>
          </p:nvPr>
        </p:nvGraphicFramePr>
        <p:xfrm>
          <a:off x="2231136" y="867103"/>
          <a:ext cx="7729728" cy="4367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653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027D-262B-2B75-3AD1-C4D79518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2D47F-DC42-7C15-1B6F-F37AFB233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4286" cy="883920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/>
              <a:t>home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47B46FB-ACA8-22C4-4993-0058D737F24E}"/>
              </a:ext>
            </a:extLst>
          </p:cNvPr>
          <p:cNvSpPr/>
          <p:nvPr/>
        </p:nvSpPr>
        <p:spPr>
          <a:xfrm>
            <a:off x="532765" y="1655843"/>
            <a:ext cx="6784023" cy="3924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9F0A400B-F32C-15CD-ECA4-2D2F621F0280}"/>
              </a:ext>
            </a:extLst>
          </p:cNvPr>
          <p:cNvGrpSpPr/>
          <p:nvPr/>
        </p:nvGrpSpPr>
        <p:grpSpPr>
          <a:xfrm>
            <a:off x="8051800" y="2257586"/>
            <a:ext cx="3314700" cy="2720814"/>
            <a:chOff x="444500" y="1358900"/>
            <a:chExt cx="2311400" cy="476250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0AEBF7D-1A88-443E-2B37-881F2B49DE42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DA4DA9A8-22DE-BDD8-51D6-4A4663738CD7}"/>
                </a:ext>
              </a:extLst>
            </p:cNvPr>
            <p:cNvSpPr txBox="1"/>
            <p:nvPr/>
          </p:nvSpPr>
          <p:spPr>
            <a:xfrm>
              <a:off x="560070" y="1516381"/>
              <a:ext cx="2080260" cy="3070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Options</a:t>
              </a:r>
            </a:p>
            <a:p>
              <a:pPr algn="ctr"/>
              <a:endParaRPr lang="pt-BR" dirty="0"/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pt-BR" dirty="0"/>
                <a:t>Start new Game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pt-BR" dirty="0"/>
                <a:t>Invite </a:t>
              </a:r>
              <a:r>
                <a:rPr lang="pt-BR" dirty="0" err="1"/>
                <a:t>someone</a:t>
              </a:r>
              <a:endParaRPr lang="pt-BR" dirty="0"/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pt-BR" dirty="0" err="1"/>
                <a:t>Import</a:t>
              </a:r>
              <a:r>
                <a:rPr lang="pt-BR" dirty="0"/>
                <a:t> Game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pt-BR" dirty="0" err="1"/>
                <a:t>Edit</a:t>
              </a:r>
              <a:r>
                <a:rPr lang="pt-BR" dirty="0"/>
                <a:t> board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E4C7884-8F09-E9A7-B9AE-821FD7131EED}"/>
              </a:ext>
            </a:extLst>
          </p:cNvPr>
          <p:cNvSpPr txBox="1"/>
          <p:nvPr/>
        </p:nvSpPr>
        <p:spPr>
          <a:xfrm>
            <a:off x="825500" y="1942825"/>
            <a:ext cx="297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List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Games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Waiting for </a:t>
            </a:r>
            <a:r>
              <a:rPr lang="pt-BR" dirty="0" err="1"/>
              <a:t>opponents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Finished</a:t>
            </a:r>
            <a:r>
              <a:rPr lang="pt-BR" dirty="0"/>
              <a:t> </a:t>
            </a:r>
            <a:r>
              <a:rPr lang="pt-BR" dirty="0" err="1"/>
              <a:t>ones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Ocurring</a:t>
            </a:r>
            <a:endParaRPr lang="pt-BR" dirty="0"/>
          </a:p>
          <a:p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4464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2E040-9C04-B9FD-CF92-326D672C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ECFC4-D2C0-8DCF-F54D-3D5806F84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4286" cy="883920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 err="1"/>
              <a:t>analysis</a:t>
            </a:r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2C6BB61-6781-A5A6-6B9E-6C5D986E19E8}"/>
              </a:ext>
            </a:extLst>
          </p:cNvPr>
          <p:cNvGrpSpPr/>
          <p:nvPr/>
        </p:nvGrpSpPr>
        <p:grpSpPr>
          <a:xfrm>
            <a:off x="444500" y="1358900"/>
            <a:ext cx="2311400" cy="4762500"/>
            <a:chOff x="444500" y="1358900"/>
            <a:chExt cx="2311400" cy="4762500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869BF123-9783-C691-3B05-2790CC9FDFCC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AD4687A-6A09-3899-397D-12D55C36FC65}"/>
                </a:ext>
              </a:extLst>
            </p:cNvPr>
            <p:cNvSpPr txBox="1"/>
            <p:nvPr/>
          </p:nvSpPr>
          <p:spPr>
            <a:xfrm>
              <a:off x="560070" y="1516380"/>
              <a:ext cx="2080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Game </a:t>
              </a:r>
              <a:r>
                <a:rPr lang="pt-BR" dirty="0" err="1"/>
                <a:t>History</a:t>
              </a:r>
              <a:endParaRPr lang="pt-BR" dirty="0"/>
            </a:p>
          </p:txBody>
        </p:sp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1D48DA12-EC0E-93B3-4AB8-1F7459C3F7BE}"/>
              </a:ext>
            </a:extLst>
          </p:cNvPr>
          <p:cNvSpPr/>
          <p:nvPr/>
        </p:nvSpPr>
        <p:spPr>
          <a:xfrm>
            <a:off x="3835400" y="1803872"/>
            <a:ext cx="4286250" cy="3924300"/>
          </a:xfrm>
          <a:prstGeom prst="rect">
            <a:avLst/>
          </a:prstGeom>
          <a:solidFill>
            <a:srgbClr val="F6A21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840FB89F-2642-5FAE-0F01-398B1C6B2BAC}"/>
              </a:ext>
            </a:extLst>
          </p:cNvPr>
          <p:cNvGrpSpPr/>
          <p:nvPr/>
        </p:nvGrpSpPr>
        <p:grpSpPr>
          <a:xfrm>
            <a:off x="9055100" y="1516380"/>
            <a:ext cx="2311400" cy="1727200"/>
            <a:chOff x="444500" y="1358900"/>
            <a:chExt cx="2311400" cy="4762500"/>
          </a:xfrm>
          <a:solidFill>
            <a:srgbClr val="574FFF"/>
          </a:solidFill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9BDEEB6F-31C8-9D5F-A0E9-4DD62C66AE38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DBE92E98-2600-45B1-0C58-670F274EBAA7}"/>
                </a:ext>
              </a:extLst>
            </p:cNvPr>
            <p:cNvSpPr txBox="1"/>
            <p:nvPr/>
          </p:nvSpPr>
          <p:spPr>
            <a:xfrm>
              <a:off x="560070" y="1516381"/>
              <a:ext cx="2080260" cy="33097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err="1"/>
                <a:t>Anlysis</a:t>
              </a:r>
              <a:r>
                <a:rPr lang="pt-BR" dirty="0"/>
                <a:t> Menu</a:t>
              </a:r>
            </a:p>
            <a:p>
              <a:pPr algn="ctr"/>
              <a:endParaRPr lang="pt-BR" dirty="0"/>
            </a:p>
            <a:p>
              <a:pPr algn="ctr"/>
              <a:r>
                <a:rPr lang="pt-BR" dirty="0" err="1"/>
                <a:t>Edit</a:t>
              </a:r>
              <a:r>
                <a:rPr lang="pt-BR" dirty="0"/>
                <a:t> </a:t>
              </a:r>
              <a:r>
                <a:rPr lang="pt-BR" dirty="0" err="1"/>
                <a:t>from</a:t>
              </a:r>
              <a:r>
                <a:rPr lang="pt-BR" dirty="0"/>
                <a:t> </a:t>
              </a:r>
              <a:r>
                <a:rPr lang="pt-BR" dirty="0" err="1"/>
                <a:t>here</a:t>
              </a:r>
              <a:endParaRPr lang="pt-BR" dirty="0"/>
            </a:p>
            <a:p>
              <a:pPr algn="ctr"/>
              <a:r>
                <a:rPr lang="pt-BR" dirty="0" err="1"/>
                <a:t>Playfrom</a:t>
              </a:r>
              <a:r>
                <a:rPr lang="pt-BR" dirty="0"/>
                <a:t> </a:t>
              </a:r>
              <a:r>
                <a:rPr lang="pt-BR" dirty="0" err="1"/>
                <a:t>here</a:t>
              </a:r>
              <a:endParaRPr lang="pt-BR" dirty="0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3F53DFB-CA07-EDCB-4B1D-AA43614157A1}"/>
              </a:ext>
            </a:extLst>
          </p:cNvPr>
          <p:cNvGrpSpPr/>
          <p:nvPr/>
        </p:nvGrpSpPr>
        <p:grpSpPr>
          <a:xfrm>
            <a:off x="9055100" y="3688080"/>
            <a:ext cx="2311400" cy="2357120"/>
            <a:chOff x="444500" y="1358900"/>
            <a:chExt cx="2311400" cy="4762500"/>
          </a:xfrm>
          <a:solidFill>
            <a:srgbClr val="F6A21D"/>
          </a:solidFill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D091408B-4473-B3EC-03E9-382CC6CFFA37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AD07546-9818-62FF-0115-CABAD35435E0}"/>
                </a:ext>
              </a:extLst>
            </p:cNvPr>
            <p:cNvSpPr txBox="1"/>
            <p:nvPr/>
          </p:nvSpPr>
          <p:spPr>
            <a:xfrm>
              <a:off x="560070" y="1516380"/>
              <a:ext cx="2080260" cy="18655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err="1"/>
                <a:t>Analysis</a:t>
              </a:r>
              <a:endParaRPr lang="pt-BR" dirty="0"/>
            </a:p>
            <a:p>
              <a:pPr algn="ctr"/>
              <a:endParaRPr lang="pt-BR" dirty="0"/>
            </a:p>
            <a:p>
              <a:pPr algn="ctr"/>
              <a:r>
                <a:rPr lang="pt-BR" dirty="0"/>
                <a:t>Notes</a:t>
              </a: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79938E5-FF9C-DAC6-F97C-AB3E87E1DC15}"/>
              </a:ext>
            </a:extLst>
          </p:cNvPr>
          <p:cNvSpPr txBox="1"/>
          <p:nvPr/>
        </p:nvSpPr>
        <p:spPr>
          <a:xfrm>
            <a:off x="4865370" y="1942825"/>
            <a:ext cx="2080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Game Board.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A376DE8A-1513-E74A-4908-0B9B021141F2}"/>
              </a:ext>
            </a:extLst>
          </p:cNvPr>
          <p:cNvGrpSpPr/>
          <p:nvPr/>
        </p:nvGrpSpPr>
        <p:grpSpPr>
          <a:xfrm>
            <a:off x="3658235" y="991328"/>
            <a:ext cx="1994218" cy="709165"/>
            <a:chOff x="3658235" y="991328"/>
            <a:chExt cx="1994218" cy="709165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BCF95B5E-C1AD-9100-8B40-E9C32F1FDD95}"/>
                </a:ext>
              </a:extLst>
            </p:cNvPr>
            <p:cNvSpPr/>
            <p:nvPr/>
          </p:nvSpPr>
          <p:spPr>
            <a:xfrm>
              <a:off x="3835400" y="1238250"/>
              <a:ext cx="482283" cy="462243"/>
            </a:xfrm>
            <a:prstGeom prst="ellipse">
              <a:avLst/>
            </a:prstGeom>
            <a:solidFill>
              <a:srgbClr val="574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8E068AF-E968-7DF8-0A11-F3F8D2325328}"/>
                </a:ext>
              </a:extLst>
            </p:cNvPr>
            <p:cNvSpPr/>
            <p:nvPr/>
          </p:nvSpPr>
          <p:spPr>
            <a:xfrm>
              <a:off x="4404678" y="1356023"/>
              <a:ext cx="1247775" cy="226695"/>
            </a:xfrm>
            <a:prstGeom prst="roundRect">
              <a:avLst/>
            </a:prstGeom>
            <a:solidFill>
              <a:srgbClr val="574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510CF0FB-0E3F-C17D-5344-9FFD63D6DC6E}"/>
                </a:ext>
              </a:extLst>
            </p:cNvPr>
            <p:cNvSpPr txBox="1"/>
            <p:nvPr/>
          </p:nvSpPr>
          <p:spPr>
            <a:xfrm>
              <a:off x="3658235" y="991328"/>
              <a:ext cx="9747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err="1">
                  <a:solidFill>
                    <a:schemeClr val="bg1"/>
                  </a:solidFill>
                </a:rPr>
                <a:t>UserImage</a:t>
              </a:r>
              <a:endParaRPr lang="pt-BR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2A16E2F6-0B50-01AA-AFB3-E4377A3A8D20}"/>
                </a:ext>
              </a:extLst>
            </p:cNvPr>
            <p:cNvSpPr txBox="1"/>
            <p:nvPr/>
          </p:nvSpPr>
          <p:spPr>
            <a:xfrm>
              <a:off x="4541202" y="1068911"/>
              <a:ext cx="9747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dirty="0" err="1">
                  <a:solidFill>
                    <a:schemeClr val="bg1"/>
                  </a:solidFill>
                </a:rPr>
                <a:t>UserName</a:t>
              </a:r>
              <a:endParaRPr lang="pt-BR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A3CA11A-A380-D9FE-9070-E29CCC513DF9}"/>
              </a:ext>
            </a:extLst>
          </p:cNvPr>
          <p:cNvGrpSpPr/>
          <p:nvPr/>
        </p:nvGrpSpPr>
        <p:grpSpPr>
          <a:xfrm>
            <a:off x="3835400" y="5728172"/>
            <a:ext cx="1817053" cy="462243"/>
            <a:chOff x="3835400" y="1238250"/>
            <a:chExt cx="1817053" cy="462243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2DCB891-BBFF-D67C-D537-14251CC234C4}"/>
                </a:ext>
              </a:extLst>
            </p:cNvPr>
            <p:cNvSpPr/>
            <p:nvPr/>
          </p:nvSpPr>
          <p:spPr>
            <a:xfrm>
              <a:off x="3835400" y="1238250"/>
              <a:ext cx="482283" cy="462243"/>
            </a:xfrm>
            <a:prstGeom prst="ellipse">
              <a:avLst/>
            </a:prstGeom>
            <a:solidFill>
              <a:srgbClr val="574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13FCE22-7211-7076-4C42-0CE8DA6EF613}"/>
                </a:ext>
              </a:extLst>
            </p:cNvPr>
            <p:cNvSpPr/>
            <p:nvPr/>
          </p:nvSpPr>
          <p:spPr>
            <a:xfrm>
              <a:off x="4404678" y="1356023"/>
              <a:ext cx="1247775" cy="226695"/>
            </a:xfrm>
            <a:prstGeom prst="roundRect">
              <a:avLst/>
            </a:prstGeom>
            <a:solidFill>
              <a:srgbClr val="574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6A7249-F43B-9CCF-313E-1DCE413482EB}"/>
              </a:ext>
            </a:extLst>
          </p:cNvPr>
          <p:cNvSpPr txBox="1"/>
          <p:nvPr/>
        </p:nvSpPr>
        <p:spPr>
          <a:xfrm>
            <a:off x="941070" y="5543506"/>
            <a:ext cx="1276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Copy PGN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9189FC1-CAEF-BD1B-AECD-05D744B3E60A}"/>
              </a:ext>
            </a:extLst>
          </p:cNvPr>
          <p:cNvSpPr/>
          <p:nvPr/>
        </p:nvSpPr>
        <p:spPr>
          <a:xfrm>
            <a:off x="3835400" y="6308188"/>
            <a:ext cx="4286250" cy="813837"/>
          </a:xfrm>
          <a:prstGeom prst="rect">
            <a:avLst/>
          </a:prstGeom>
          <a:solidFill>
            <a:srgbClr val="F6A21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E9715EB-D4A7-8F53-C220-8C9ECF206C46}"/>
              </a:ext>
            </a:extLst>
          </p:cNvPr>
          <p:cNvSpPr txBox="1"/>
          <p:nvPr/>
        </p:nvSpPr>
        <p:spPr>
          <a:xfrm>
            <a:off x="3973671" y="6425963"/>
            <a:ext cx="3869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List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User’s</a:t>
            </a:r>
            <a:r>
              <a:rPr lang="pt-BR" dirty="0"/>
              <a:t> </a:t>
            </a:r>
            <a:r>
              <a:rPr lang="pt-BR" dirty="0" err="1"/>
              <a:t>saved</a:t>
            </a:r>
            <a:r>
              <a:rPr lang="pt-BR" dirty="0"/>
              <a:t> Games for </a:t>
            </a:r>
            <a:r>
              <a:rPr lang="pt-BR" dirty="0" err="1"/>
              <a:t>analysis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7184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00CC0-FE5C-40B4-C42D-68ABC0D1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62009-869F-D552-06DC-449D5BC23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4286" cy="883920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 err="1"/>
              <a:t>Edit</a:t>
            </a:r>
            <a:r>
              <a:rPr lang="pt-BR" dirty="0"/>
              <a:t> board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D602B99-C7CB-48BA-EE61-C3AB180EDE98}"/>
              </a:ext>
            </a:extLst>
          </p:cNvPr>
          <p:cNvGrpSpPr/>
          <p:nvPr/>
        </p:nvGrpSpPr>
        <p:grpSpPr>
          <a:xfrm>
            <a:off x="444500" y="1358900"/>
            <a:ext cx="2311400" cy="4762500"/>
            <a:chOff x="444500" y="1358900"/>
            <a:chExt cx="2311400" cy="4762500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8CF173F-B8CF-1537-CC95-5C8793FC22FF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56B7D994-BE98-DE05-6085-89E6FB41E364}"/>
                </a:ext>
              </a:extLst>
            </p:cNvPr>
            <p:cNvSpPr txBox="1"/>
            <p:nvPr/>
          </p:nvSpPr>
          <p:spPr>
            <a:xfrm>
              <a:off x="560070" y="1516380"/>
              <a:ext cx="20802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err="1"/>
                <a:t>Pieces</a:t>
              </a:r>
              <a:endParaRPr lang="pt-BR" dirty="0"/>
            </a:p>
          </p:txBody>
        </p:sp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3DCDD78A-8238-0E11-8CB6-5E5A1CE1D599}"/>
              </a:ext>
            </a:extLst>
          </p:cNvPr>
          <p:cNvSpPr/>
          <p:nvPr/>
        </p:nvSpPr>
        <p:spPr>
          <a:xfrm>
            <a:off x="3835400" y="1803872"/>
            <a:ext cx="4286250" cy="3924300"/>
          </a:xfrm>
          <a:prstGeom prst="rect">
            <a:avLst/>
          </a:prstGeom>
          <a:solidFill>
            <a:srgbClr val="F6A21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08DB33EB-E244-24E4-0F38-F6F8D48E95F5}"/>
              </a:ext>
            </a:extLst>
          </p:cNvPr>
          <p:cNvGrpSpPr/>
          <p:nvPr/>
        </p:nvGrpSpPr>
        <p:grpSpPr>
          <a:xfrm>
            <a:off x="9151620" y="1358900"/>
            <a:ext cx="2311400" cy="2357120"/>
            <a:chOff x="444500" y="1358900"/>
            <a:chExt cx="2311400" cy="4762500"/>
          </a:xfrm>
          <a:solidFill>
            <a:srgbClr val="F6A21D"/>
          </a:solidFill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B5EC5FD5-9DF4-2315-D155-E76E80EF49B4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044A44E-4EDF-0FD5-A1E1-4AD0DC8E5677}"/>
                </a:ext>
              </a:extLst>
            </p:cNvPr>
            <p:cNvSpPr txBox="1"/>
            <p:nvPr/>
          </p:nvSpPr>
          <p:spPr>
            <a:xfrm>
              <a:off x="560070" y="1516380"/>
              <a:ext cx="2080260" cy="7462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Game </a:t>
              </a:r>
              <a:r>
                <a:rPr lang="pt-BR" dirty="0" err="1"/>
                <a:t>Configuration</a:t>
              </a:r>
              <a:endParaRPr lang="pt-BR"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B26CE32-6534-F748-695B-1981623FFF4F}"/>
              </a:ext>
            </a:extLst>
          </p:cNvPr>
          <p:cNvSpPr txBox="1"/>
          <p:nvPr/>
        </p:nvSpPr>
        <p:spPr>
          <a:xfrm>
            <a:off x="4865370" y="1942825"/>
            <a:ext cx="2080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Board.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817C6D3-C365-3910-524F-D84A2E4F1F40}"/>
              </a:ext>
            </a:extLst>
          </p:cNvPr>
          <p:cNvGrpSpPr/>
          <p:nvPr/>
        </p:nvGrpSpPr>
        <p:grpSpPr>
          <a:xfrm>
            <a:off x="9151620" y="3930650"/>
            <a:ext cx="2311400" cy="2357120"/>
            <a:chOff x="444500" y="1358900"/>
            <a:chExt cx="2311400" cy="4762500"/>
          </a:xfrm>
          <a:solidFill>
            <a:srgbClr val="F6A21D"/>
          </a:solidFill>
        </p:grpSpPr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075737BA-A10D-A358-7D65-956971CD3D24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05E551A8-3072-7A80-18DC-4FB0BAF25794}"/>
                </a:ext>
              </a:extLst>
            </p:cNvPr>
            <p:cNvSpPr txBox="1"/>
            <p:nvPr/>
          </p:nvSpPr>
          <p:spPr>
            <a:xfrm>
              <a:off x="579120" y="1516380"/>
              <a:ext cx="2080260" cy="242523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Options</a:t>
              </a:r>
            </a:p>
            <a:p>
              <a:pPr algn="ctr"/>
              <a:endParaRPr lang="pt-BR" dirty="0"/>
            </a:p>
            <a:p>
              <a:pPr algn="ctr"/>
              <a:r>
                <a:rPr lang="pt-BR" dirty="0" err="1"/>
                <a:t>Playfrom</a:t>
              </a:r>
              <a:r>
                <a:rPr lang="pt-BR" dirty="0"/>
                <a:t> </a:t>
              </a:r>
              <a:r>
                <a:rPr lang="pt-BR" dirty="0" err="1"/>
                <a:t>here</a:t>
              </a:r>
              <a:endParaRPr lang="pt-BR" dirty="0"/>
            </a:p>
            <a:p>
              <a:pPr algn="ctr"/>
              <a:r>
                <a:rPr lang="pt-BR" dirty="0" err="1"/>
                <a:t>Analyze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05839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A715F-B046-5C9A-ADF9-8B09AE75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5B6F6-877F-2A87-00B4-EF4FF5623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4286" cy="883920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 err="1"/>
              <a:t>User</a:t>
            </a:r>
            <a:r>
              <a:rPr lang="pt-BR" dirty="0"/>
              <a:t> profile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E55666B-4882-D682-8477-4001AFB329C7}"/>
              </a:ext>
            </a:extLst>
          </p:cNvPr>
          <p:cNvGrpSpPr/>
          <p:nvPr/>
        </p:nvGrpSpPr>
        <p:grpSpPr>
          <a:xfrm>
            <a:off x="1346200" y="1436842"/>
            <a:ext cx="2667000" cy="2667000"/>
            <a:chOff x="1346200" y="1358900"/>
            <a:chExt cx="2667000" cy="2667000"/>
          </a:xfrm>
          <a:solidFill>
            <a:srgbClr val="5A8B25"/>
          </a:solidFill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AA4E6532-4176-054F-DBA5-7A73E0B13BC3}"/>
                </a:ext>
              </a:extLst>
            </p:cNvPr>
            <p:cNvSpPr/>
            <p:nvPr/>
          </p:nvSpPr>
          <p:spPr>
            <a:xfrm>
              <a:off x="1346200" y="1358900"/>
              <a:ext cx="2667000" cy="2667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7900C74C-6245-8E7E-A43A-01D44F94AA87}"/>
                </a:ext>
              </a:extLst>
            </p:cNvPr>
            <p:cNvSpPr txBox="1"/>
            <p:nvPr/>
          </p:nvSpPr>
          <p:spPr>
            <a:xfrm>
              <a:off x="1645285" y="2428994"/>
              <a:ext cx="208026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err="1"/>
                <a:t>User</a:t>
              </a:r>
              <a:r>
                <a:rPr lang="pt-BR" dirty="0"/>
                <a:t> </a:t>
              </a:r>
              <a:r>
                <a:rPr lang="pt-BR" dirty="0" err="1"/>
                <a:t>Image</a:t>
              </a:r>
              <a:endParaRPr lang="pt-BR" dirty="0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473FDD2A-C8AE-EB49-EDA7-58D80A700250}"/>
              </a:ext>
            </a:extLst>
          </p:cNvPr>
          <p:cNvGrpSpPr/>
          <p:nvPr/>
        </p:nvGrpSpPr>
        <p:grpSpPr>
          <a:xfrm>
            <a:off x="489584" y="4344198"/>
            <a:ext cx="4501515" cy="2357120"/>
            <a:chOff x="-8217536" y="7390617"/>
            <a:chExt cx="4501515" cy="4762500"/>
          </a:xfrm>
          <a:solidFill>
            <a:srgbClr val="5A8B25"/>
          </a:solidFill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A262DD41-2C41-1DAE-DFDA-3C1026CFAB40}"/>
                </a:ext>
              </a:extLst>
            </p:cNvPr>
            <p:cNvSpPr/>
            <p:nvPr/>
          </p:nvSpPr>
          <p:spPr>
            <a:xfrm>
              <a:off x="-8217536" y="7390617"/>
              <a:ext cx="4501515" cy="47625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9F4FAC83-45F8-9E7D-DC74-E71B04A3DEF7}"/>
                </a:ext>
              </a:extLst>
            </p:cNvPr>
            <p:cNvSpPr txBox="1"/>
            <p:nvPr/>
          </p:nvSpPr>
          <p:spPr>
            <a:xfrm>
              <a:off x="-7161530" y="7772012"/>
              <a:ext cx="2080260" cy="298490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err="1"/>
                <a:t>User</a:t>
              </a:r>
              <a:r>
                <a:rPr lang="pt-BR" dirty="0"/>
                <a:t> Info</a:t>
              </a:r>
            </a:p>
            <a:p>
              <a:pPr algn="ctr"/>
              <a:r>
                <a:rPr lang="pt-BR" dirty="0"/>
                <a:t>Name,</a:t>
              </a:r>
            </a:p>
            <a:p>
              <a:pPr algn="ctr"/>
              <a:r>
                <a:rPr lang="pt-BR" dirty="0" err="1"/>
                <a:t>Sign</a:t>
              </a:r>
              <a:r>
                <a:rPr lang="pt-BR" dirty="0"/>
                <a:t> In Date</a:t>
              </a:r>
            </a:p>
            <a:p>
              <a:pPr algn="ctr"/>
              <a:r>
                <a:rPr lang="pt-BR" dirty="0"/>
                <a:t>Rating </a:t>
              </a:r>
              <a:r>
                <a:rPr lang="pt-BR" dirty="0" err="1"/>
                <a:t>Title</a:t>
              </a:r>
              <a:endParaRPr lang="pt-BR" dirty="0"/>
            </a:p>
            <a:p>
              <a:pPr algn="ctr"/>
              <a:r>
                <a:rPr lang="pt-BR" dirty="0"/>
                <a:t>Country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6B0C74F-D3DB-8FF4-5608-42C2BF2E23CC}"/>
              </a:ext>
            </a:extLst>
          </p:cNvPr>
          <p:cNvGrpSpPr/>
          <p:nvPr/>
        </p:nvGrpSpPr>
        <p:grpSpPr>
          <a:xfrm>
            <a:off x="6217920" y="1315676"/>
            <a:ext cx="2311400" cy="5047024"/>
            <a:chOff x="444500" y="1358900"/>
            <a:chExt cx="2311400" cy="4762500"/>
          </a:xfrm>
          <a:solidFill>
            <a:srgbClr val="5A8B25"/>
          </a:solidFill>
        </p:grpSpPr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BE0D3550-9ABC-A77C-496F-4A0392E2F57F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71808FBA-2029-6753-E45B-D86FD66389BB}"/>
                </a:ext>
              </a:extLst>
            </p:cNvPr>
            <p:cNvSpPr txBox="1"/>
            <p:nvPr/>
          </p:nvSpPr>
          <p:spPr>
            <a:xfrm>
              <a:off x="579120" y="1516380"/>
              <a:ext cx="2080260" cy="34851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err="1"/>
                <a:t>List</a:t>
              </a:r>
              <a:r>
                <a:rPr lang="pt-BR" dirty="0"/>
                <a:t> </a:t>
              </a:r>
              <a:r>
                <a:rPr lang="pt-BR" dirty="0" err="1"/>
                <a:t>of</a:t>
              </a:r>
              <a:r>
                <a:rPr lang="pt-BR" dirty="0"/>
                <a:t> </a:t>
              </a:r>
              <a:r>
                <a:rPr lang="pt-BR" dirty="0" err="1"/>
                <a:t>all</a:t>
              </a:r>
              <a:r>
                <a:rPr lang="pt-BR" dirty="0"/>
                <a:t> Games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CE48B66-561C-7CCE-22E2-D70B74DE59C3}"/>
              </a:ext>
            </a:extLst>
          </p:cNvPr>
          <p:cNvGrpSpPr/>
          <p:nvPr/>
        </p:nvGrpSpPr>
        <p:grpSpPr>
          <a:xfrm>
            <a:off x="9240520" y="2506936"/>
            <a:ext cx="2311400" cy="2468924"/>
            <a:chOff x="444500" y="1358900"/>
            <a:chExt cx="2311400" cy="4762500"/>
          </a:xfrm>
          <a:solidFill>
            <a:srgbClr val="5A8B25"/>
          </a:solidFill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2730FCB9-D1E0-8FA8-1DB0-89F59B2EAE3F}"/>
                </a:ext>
              </a:extLst>
            </p:cNvPr>
            <p:cNvSpPr/>
            <p:nvPr/>
          </p:nvSpPr>
          <p:spPr>
            <a:xfrm>
              <a:off x="444500" y="1358900"/>
              <a:ext cx="2311400" cy="47625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2E9A3B1-DBC5-4109-708C-087AF2BA2B36}"/>
                </a:ext>
              </a:extLst>
            </p:cNvPr>
            <p:cNvSpPr txBox="1"/>
            <p:nvPr/>
          </p:nvSpPr>
          <p:spPr>
            <a:xfrm>
              <a:off x="579120" y="1516380"/>
              <a:ext cx="2080260" cy="231540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Settings</a:t>
              </a:r>
            </a:p>
            <a:p>
              <a:pPr algn="ctr"/>
              <a:endParaRPr lang="pt-BR" dirty="0"/>
            </a:p>
            <a:p>
              <a:pPr algn="ctr"/>
              <a:r>
                <a:rPr lang="pt-BR" dirty="0" err="1"/>
                <a:t>If</a:t>
              </a:r>
              <a:r>
                <a:rPr lang="pt-BR" dirty="0"/>
                <a:t> (user.id ===</a:t>
              </a:r>
            </a:p>
            <a:p>
              <a:pPr algn="ctr"/>
              <a:r>
                <a:rPr lang="pt-BR" dirty="0"/>
                <a:t>/user.id)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517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BE29-4344-4775-F785-34B2F206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BE286-481D-1127-FA29-87BB72D15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4286" cy="883920"/>
          </a:xfrm>
        </p:spPr>
        <p:txBody>
          <a:bodyPr>
            <a:normAutofit fontScale="90000"/>
          </a:bodyPr>
          <a:lstStyle/>
          <a:p>
            <a:pPr algn="l"/>
            <a:r>
              <a:rPr lang="pt-BR" dirty="0" err="1"/>
              <a:t>Edit</a:t>
            </a:r>
            <a:r>
              <a:rPr lang="pt-BR" dirty="0"/>
              <a:t> board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9B115EF-E145-2666-FF74-75452C874F62}"/>
              </a:ext>
            </a:extLst>
          </p:cNvPr>
          <p:cNvGrpSpPr/>
          <p:nvPr/>
        </p:nvGrpSpPr>
        <p:grpSpPr>
          <a:xfrm>
            <a:off x="5284076" y="1015708"/>
            <a:ext cx="1510029" cy="1393399"/>
            <a:chOff x="1346200" y="1358900"/>
            <a:chExt cx="2667000" cy="2667000"/>
          </a:xfrm>
          <a:solidFill>
            <a:srgbClr val="5A8B25"/>
          </a:solidFill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A4BA82E1-ECD8-639A-8099-05167D457359}"/>
                </a:ext>
              </a:extLst>
            </p:cNvPr>
            <p:cNvSpPr/>
            <p:nvPr/>
          </p:nvSpPr>
          <p:spPr>
            <a:xfrm>
              <a:off x="1346200" y="1358900"/>
              <a:ext cx="2667000" cy="2667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E4A8F671-B7FB-FB13-EAD4-CA017B1E0A40}"/>
                </a:ext>
              </a:extLst>
            </p:cNvPr>
            <p:cNvSpPr txBox="1"/>
            <p:nvPr/>
          </p:nvSpPr>
          <p:spPr>
            <a:xfrm>
              <a:off x="1645285" y="2428995"/>
              <a:ext cx="2080261" cy="70691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Logo</a:t>
              </a:r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C77F4B-A1F9-88CC-4EF2-8ADB9B6DCAB9}"/>
              </a:ext>
            </a:extLst>
          </p:cNvPr>
          <p:cNvSpPr txBox="1"/>
          <p:nvPr/>
        </p:nvSpPr>
        <p:spPr>
          <a:xfrm>
            <a:off x="5182914" y="2706578"/>
            <a:ext cx="1826172" cy="523220"/>
          </a:xfrm>
          <a:prstGeom prst="rect">
            <a:avLst/>
          </a:prstGeom>
          <a:solidFill>
            <a:srgbClr val="5A8B25"/>
          </a:solidFill>
          <a:ln w="9525">
            <a:solidFill>
              <a:schemeClr val="tx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dirty="0" err="1"/>
              <a:t>Enter</a:t>
            </a:r>
            <a:r>
              <a:rPr lang="pt-BR" sz="2800" dirty="0"/>
              <a:t> </a:t>
            </a:r>
            <a:r>
              <a:rPr lang="pt-BR" sz="2800" dirty="0" err="1"/>
              <a:t>now</a:t>
            </a:r>
            <a:endParaRPr lang="pt-BR" sz="280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8C12CAE-7EE6-13B7-522B-3923B63FE869}"/>
              </a:ext>
            </a:extLst>
          </p:cNvPr>
          <p:cNvSpPr/>
          <p:nvPr/>
        </p:nvSpPr>
        <p:spPr>
          <a:xfrm>
            <a:off x="1213945" y="2409107"/>
            <a:ext cx="2995448" cy="3914939"/>
          </a:xfrm>
          <a:prstGeom prst="rect">
            <a:avLst/>
          </a:prstGeom>
          <a:solidFill>
            <a:srgbClr val="5A8B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D03009E-FA41-EB62-278D-7DD9B670C5A9}"/>
              </a:ext>
            </a:extLst>
          </p:cNvPr>
          <p:cNvSpPr/>
          <p:nvPr/>
        </p:nvSpPr>
        <p:spPr>
          <a:xfrm>
            <a:off x="8234855" y="2409107"/>
            <a:ext cx="2995448" cy="3914939"/>
          </a:xfrm>
          <a:prstGeom prst="rect">
            <a:avLst/>
          </a:prstGeom>
          <a:solidFill>
            <a:srgbClr val="5A8B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791DB36-18E9-5D83-839A-7BE0DA52AEEC}"/>
              </a:ext>
            </a:extLst>
          </p:cNvPr>
          <p:cNvSpPr txBox="1"/>
          <p:nvPr/>
        </p:nvSpPr>
        <p:spPr>
          <a:xfrm>
            <a:off x="1723281" y="2706578"/>
            <a:ext cx="1826172" cy="523220"/>
          </a:xfrm>
          <a:prstGeom prst="rect">
            <a:avLst/>
          </a:prstGeom>
          <a:solidFill>
            <a:srgbClr val="5A8B25"/>
          </a:solidFill>
          <a:ln w="9525">
            <a:solidFill>
              <a:schemeClr val="tx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dirty="0"/>
              <a:t>Log in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6E0449B-1E90-B0A1-8F8C-416C9EC96115}"/>
              </a:ext>
            </a:extLst>
          </p:cNvPr>
          <p:cNvSpPr txBox="1"/>
          <p:nvPr/>
        </p:nvSpPr>
        <p:spPr>
          <a:xfrm>
            <a:off x="8642547" y="2706578"/>
            <a:ext cx="1826172" cy="523220"/>
          </a:xfrm>
          <a:prstGeom prst="rect">
            <a:avLst/>
          </a:prstGeom>
          <a:solidFill>
            <a:srgbClr val="5A8B25"/>
          </a:solidFill>
          <a:ln w="9525">
            <a:solidFill>
              <a:schemeClr val="tx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2800" dirty="0"/>
              <a:t>Register</a:t>
            </a:r>
          </a:p>
        </p:txBody>
      </p:sp>
    </p:spTree>
    <p:extLst>
      <p:ext uri="{BB962C8B-B14F-4D97-AF65-F5344CB8AC3E}">
        <p14:creationId xmlns:p14="http://schemas.microsoft.com/office/powerpoint/2010/main" val="242657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6E8B-F438-D9A1-8883-9E8D5B95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5912B-35A2-2E11-BB58-81B47EB6E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4286" cy="883920"/>
          </a:xfrm>
          <a:solidFill>
            <a:srgbClr val="87CB3D"/>
          </a:solidFill>
        </p:spPr>
        <p:txBody>
          <a:bodyPr>
            <a:normAutofit fontScale="90000"/>
          </a:bodyPr>
          <a:lstStyle/>
          <a:p>
            <a:pPr algn="l"/>
            <a:r>
              <a:rPr lang="pt-BR" dirty="0" err="1">
                <a:solidFill>
                  <a:schemeClr val="tx1"/>
                </a:solidFill>
              </a:rPr>
              <a:t>Logic</a:t>
            </a:r>
            <a:r>
              <a:rPr lang="pt-BR" dirty="0">
                <a:solidFill>
                  <a:schemeClr val="tx1"/>
                </a:solidFill>
              </a:rPr>
              <a:t> - classes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5405E8F-85B5-DBAE-40D9-62588716D8A5}"/>
              </a:ext>
            </a:extLst>
          </p:cNvPr>
          <p:cNvSpPr/>
          <p:nvPr/>
        </p:nvSpPr>
        <p:spPr>
          <a:xfrm>
            <a:off x="4305300" y="1532671"/>
            <a:ext cx="3200400" cy="52015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pt-BR" dirty="0">
                <a:solidFill>
                  <a:schemeClr val="bg1"/>
                </a:solidFill>
              </a:rPr>
              <a:t>Properties</a:t>
            </a: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this</a:t>
            </a:r>
            <a:r>
              <a:rPr lang="pt-BR" dirty="0">
                <a:solidFill>
                  <a:schemeClr val="bg1"/>
                </a:solidFill>
              </a:rPr>
              <a:t>.#</a:t>
            </a:r>
            <a:r>
              <a:rPr lang="pt-BR" dirty="0" err="1">
                <a:solidFill>
                  <a:schemeClr val="bg1"/>
                </a:solidFill>
              </a:rPr>
              <a:t>virtualBoard</a:t>
            </a:r>
            <a:r>
              <a:rPr lang="pt-BR" dirty="0">
                <a:solidFill>
                  <a:schemeClr val="bg1"/>
                </a:solidFill>
              </a:rPr>
              <a:t> -</a:t>
            </a:r>
            <a:r>
              <a:rPr lang="pt-BR" dirty="0" err="1">
                <a:solidFill>
                  <a:schemeClr val="bg1"/>
                </a:solidFill>
              </a:rPr>
              <a:t>this</a:t>
            </a:r>
            <a:r>
              <a:rPr lang="pt-BR" dirty="0">
                <a:solidFill>
                  <a:schemeClr val="bg1"/>
                </a:solidFill>
              </a:rPr>
              <a:t>.#</a:t>
            </a:r>
            <a:r>
              <a:rPr lang="pt-BR" dirty="0" err="1">
                <a:solidFill>
                  <a:schemeClr val="bg1"/>
                </a:solidFill>
              </a:rPr>
              <a:t>history</a:t>
            </a:r>
            <a:endParaRPr lang="pt-BR" dirty="0">
              <a:solidFill>
                <a:schemeClr val="bg1"/>
              </a:solidFill>
            </a:endParaRP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this</a:t>
            </a:r>
            <a:r>
              <a:rPr lang="pt-BR" dirty="0">
                <a:solidFill>
                  <a:schemeClr val="bg1"/>
                </a:solidFill>
              </a:rPr>
              <a:t>.#</a:t>
            </a:r>
            <a:r>
              <a:rPr lang="pt-BR" dirty="0" err="1">
                <a:solidFill>
                  <a:schemeClr val="bg1"/>
                </a:solidFill>
              </a:rPr>
              <a:t>result</a:t>
            </a:r>
            <a:endParaRPr lang="pt-BR" dirty="0">
              <a:solidFill>
                <a:schemeClr val="bg1"/>
              </a:solidFill>
            </a:endParaRP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this</a:t>
            </a:r>
            <a:r>
              <a:rPr lang="pt-BR" dirty="0">
                <a:solidFill>
                  <a:schemeClr val="bg1"/>
                </a:solidFill>
              </a:rPr>
              <a:t>.#</a:t>
            </a:r>
            <a:r>
              <a:rPr lang="pt-BR" dirty="0" err="1">
                <a:solidFill>
                  <a:schemeClr val="bg1"/>
                </a:solidFill>
              </a:rPr>
              <a:t>timeControl</a:t>
            </a:r>
            <a:endParaRPr lang="pt-BR" dirty="0">
              <a:solidFill>
                <a:schemeClr val="bg1"/>
              </a:solidFill>
            </a:endParaRP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this</a:t>
            </a:r>
            <a:r>
              <a:rPr lang="pt-BR" dirty="0">
                <a:solidFill>
                  <a:schemeClr val="bg1"/>
                </a:solidFill>
              </a:rPr>
              <a:t>.#</a:t>
            </a:r>
            <a:r>
              <a:rPr lang="pt-BR" dirty="0" err="1">
                <a:solidFill>
                  <a:schemeClr val="bg1"/>
                </a:solidFill>
              </a:rPr>
              <a:t>startDate</a:t>
            </a:r>
            <a:endParaRPr lang="pt-BR" dirty="0">
              <a:solidFill>
                <a:schemeClr val="bg1"/>
              </a:solidFill>
            </a:endParaRP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this</a:t>
            </a:r>
            <a:r>
              <a:rPr lang="pt-BR" dirty="0">
                <a:solidFill>
                  <a:schemeClr val="bg1"/>
                </a:solidFill>
              </a:rPr>
              <a:t>.#</a:t>
            </a:r>
            <a:r>
              <a:rPr lang="pt-BR" dirty="0" err="1">
                <a:solidFill>
                  <a:schemeClr val="bg1"/>
                </a:solidFill>
              </a:rPr>
              <a:t>endDate</a:t>
            </a:r>
            <a:endParaRPr lang="pt-BR" dirty="0">
              <a:solidFill>
                <a:schemeClr val="bg1"/>
              </a:solidFill>
            </a:endParaRP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this.Players</a:t>
            </a:r>
            <a:r>
              <a:rPr lang="pt-BR" dirty="0">
                <a:solidFill>
                  <a:schemeClr val="bg1"/>
                </a:solidFill>
              </a:rPr>
              <a:t> = [{Player, color},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{Player, color}]</a:t>
            </a:r>
          </a:p>
          <a:p>
            <a:pPr lvl="0"/>
            <a:r>
              <a:rPr lang="pt-BR" dirty="0" err="1">
                <a:solidFill>
                  <a:schemeClr val="bg1"/>
                </a:solidFill>
              </a:rPr>
              <a:t>Methods</a:t>
            </a:r>
            <a:endParaRPr lang="pt-BR" dirty="0">
              <a:solidFill>
                <a:schemeClr val="bg1"/>
              </a:solidFill>
            </a:endParaRP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getPiece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chemeClr val="bg1"/>
                </a:solidFill>
              </a:rPr>
              <a:t>row</a:t>
            </a:r>
            <a:r>
              <a:rPr lang="pt-BR" dirty="0">
                <a:solidFill>
                  <a:schemeClr val="bg1"/>
                </a:solidFill>
              </a:rPr>
              <a:t>, </a:t>
            </a:r>
            <a:r>
              <a:rPr lang="pt-BR" dirty="0" err="1">
                <a:solidFill>
                  <a:schemeClr val="bg1"/>
                </a:solidFill>
              </a:rPr>
              <a:t>col</a:t>
            </a:r>
            <a:r>
              <a:rPr lang="pt-BR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setResult</a:t>
            </a:r>
            <a:r>
              <a:rPr lang="pt-BR" dirty="0">
                <a:solidFill>
                  <a:schemeClr val="bg1"/>
                </a:solidFill>
              </a:rPr>
              <a:t>({})</a:t>
            </a: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getResult</a:t>
            </a:r>
            <a:r>
              <a:rPr lang="pt-BR" dirty="0">
                <a:solidFill>
                  <a:schemeClr val="bg1"/>
                </a:solidFill>
              </a:rPr>
              <a:t>()</a:t>
            </a: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getHistory</a:t>
            </a:r>
            <a:r>
              <a:rPr lang="pt-BR" dirty="0">
                <a:solidFill>
                  <a:schemeClr val="bg1"/>
                </a:solidFill>
              </a:rPr>
              <a:t>()</a:t>
            </a: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addToHistory</a:t>
            </a:r>
            <a:r>
              <a:rPr lang="pt-BR" dirty="0">
                <a:solidFill>
                  <a:schemeClr val="bg1"/>
                </a:solidFill>
              </a:rPr>
              <a:t>()</a:t>
            </a: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removeLastFromHistory</a:t>
            </a:r>
            <a:r>
              <a:rPr lang="pt-BR" dirty="0">
                <a:solidFill>
                  <a:schemeClr val="bg1"/>
                </a:solidFill>
              </a:rPr>
              <a:t>()</a:t>
            </a: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movePiece</a:t>
            </a:r>
            <a:r>
              <a:rPr lang="pt-BR" dirty="0">
                <a:solidFill>
                  <a:schemeClr val="bg1"/>
                </a:solidFill>
              </a:rPr>
              <a:t>({</a:t>
            </a:r>
            <a:r>
              <a:rPr lang="pt-BR" dirty="0" err="1">
                <a:solidFill>
                  <a:schemeClr val="bg1"/>
                </a:solidFill>
              </a:rPr>
              <a:t>row</a:t>
            </a:r>
            <a:r>
              <a:rPr lang="pt-BR" dirty="0">
                <a:solidFill>
                  <a:schemeClr val="bg1"/>
                </a:solidFill>
              </a:rPr>
              <a:t>, </a:t>
            </a:r>
            <a:r>
              <a:rPr lang="pt-BR" dirty="0" err="1">
                <a:solidFill>
                  <a:schemeClr val="bg1"/>
                </a:solidFill>
              </a:rPr>
              <a:t>col</a:t>
            </a:r>
            <a:r>
              <a:rPr lang="pt-BR" dirty="0">
                <a:solidFill>
                  <a:schemeClr val="bg1"/>
                </a:solidFill>
              </a:rPr>
              <a:t>},{</a:t>
            </a:r>
            <a:r>
              <a:rPr lang="pt-BR" dirty="0" err="1">
                <a:solidFill>
                  <a:schemeClr val="bg1"/>
                </a:solidFill>
              </a:rPr>
              <a:t>row,col</a:t>
            </a:r>
            <a:r>
              <a:rPr lang="pt-BR" dirty="0">
                <a:solidFill>
                  <a:schemeClr val="bg1"/>
                </a:solidFill>
              </a:rPr>
              <a:t>})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031A8CB-F0FF-8456-5759-03C98A400D43}"/>
              </a:ext>
            </a:extLst>
          </p:cNvPr>
          <p:cNvSpPr/>
          <p:nvPr/>
        </p:nvSpPr>
        <p:spPr>
          <a:xfrm>
            <a:off x="4305299" y="1036556"/>
            <a:ext cx="6130471" cy="496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Chess Game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1CCD1C6-C018-3DB5-8C0E-86341D8148CC}"/>
              </a:ext>
            </a:extLst>
          </p:cNvPr>
          <p:cNvGrpSpPr/>
          <p:nvPr/>
        </p:nvGrpSpPr>
        <p:grpSpPr>
          <a:xfrm>
            <a:off x="421729" y="1818817"/>
            <a:ext cx="3200400" cy="3690182"/>
            <a:chOff x="536029" y="1733157"/>
            <a:chExt cx="3200400" cy="3690182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48326E20-58F0-82EF-D777-EE4BD9B20E43}"/>
                </a:ext>
              </a:extLst>
            </p:cNvPr>
            <p:cNvSpPr/>
            <p:nvPr/>
          </p:nvSpPr>
          <p:spPr>
            <a:xfrm>
              <a:off x="536029" y="2095764"/>
              <a:ext cx="3200400" cy="33275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pt-BR" sz="2000" dirty="0">
                  <a:solidFill>
                    <a:schemeClr val="bg1"/>
                  </a:solidFill>
                </a:rPr>
                <a:t>Properties</a:t>
              </a:r>
            </a:p>
            <a:p>
              <a:pPr lvl="1"/>
              <a:r>
                <a:rPr lang="pt-BR" sz="2000" dirty="0" err="1">
                  <a:solidFill>
                    <a:schemeClr val="bg1"/>
                  </a:solidFill>
                </a:rPr>
                <a:t>this</a:t>
              </a:r>
              <a:r>
                <a:rPr lang="pt-BR" sz="2000" dirty="0">
                  <a:solidFill>
                    <a:schemeClr val="bg1"/>
                  </a:solidFill>
                </a:rPr>
                <a:t>.#</a:t>
              </a:r>
              <a:r>
                <a:rPr lang="pt-BR" sz="2000" dirty="0" err="1">
                  <a:solidFill>
                    <a:schemeClr val="bg1"/>
                  </a:solidFill>
                </a:rPr>
                <a:t>rows</a:t>
              </a:r>
              <a:endParaRPr lang="pt-BR" sz="2000" dirty="0">
                <a:solidFill>
                  <a:schemeClr val="bg1"/>
                </a:solidFill>
              </a:endParaRPr>
            </a:p>
            <a:p>
              <a:pPr lvl="1"/>
              <a:r>
                <a:rPr lang="pt-BR" sz="2000" dirty="0" err="1">
                  <a:solidFill>
                    <a:schemeClr val="bg1"/>
                  </a:solidFill>
                </a:rPr>
                <a:t>this</a:t>
              </a:r>
              <a:r>
                <a:rPr lang="pt-BR" sz="2000" dirty="0">
                  <a:solidFill>
                    <a:schemeClr val="bg1"/>
                  </a:solidFill>
                </a:rPr>
                <a:t>.#</a:t>
              </a:r>
              <a:r>
                <a:rPr lang="pt-BR" sz="2000" dirty="0" err="1">
                  <a:solidFill>
                    <a:schemeClr val="bg1"/>
                  </a:solidFill>
                </a:rPr>
                <a:t>cols</a:t>
              </a:r>
              <a:endParaRPr lang="pt-BR" sz="2000" dirty="0">
                <a:solidFill>
                  <a:schemeClr val="bg1"/>
                </a:solidFill>
              </a:endParaRPr>
            </a:p>
            <a:p>
              <a:pPr lvl="1"/>
              <a:r>
                <a:rPr lang="pt-BR" sz="2000" dirty="0" err="1">
                  <a:solidFill>
                    <a:schemeClr val="bg1"/>
                  </a:solidFill>
                </a:rPr>
                <a:t>this</a:t>
              </a:r>
              <a:r>
                <a:rPr lang="pt-BR" sz="2000" dirty="0">
                  <a:solidFill>
                    <a:schemeClr val="bg1"/>
                  </a:solidFill>
                </a:rPr>
                <a:t>.#board = []</a:t>
              </a:r>
            </a:p>
            <a:p>
              <a:pPr lvl="0"/>
              <a:r>
                <a:rPr lang="pt-BR" sz="2000" dirty="0" err="1">
                  <a:solidFill>
                    <a:schemeClr val="bg1"/>
                  </a:solidFill>
                </a:rPr>
                <a:t>Methods</a:t>
              </a:r>
              <a:endParaRPr lang="pt-BR" sz="2000" dirty="0">
                <a:solidFill>
                  <a:schemeClr val="bg1"/>
                </a:solidFill>
              </a:endParaRPr>
            </a:p>
            <a:p>
              <a:pPr lvl="1"/>
              <a:r>
                <a:rPr lang="pt-BR" sz="2000" dirty="0" err="1">
                  <a:solidFill>
                    <a:schemeClr val="bg1"/>
                  </a:solidFill>
                </a:rPr>
                <a:t>getPiece</a:t>
              </a:r>
              <a:r>
                <a:rPr lang="pt-BR" sz="2000" dirty="0">
                  <a:solidFill>
                    <a:schemeClr val="bg1"/>
                  </a:solidFill>
                </a:rPr>
                <a:t>(</a:t>
              </a:r>
              <a:r>
                <a:rPr lang="pt-BR" sz="2000" dirty="0" err="1">
                  <a:solidFill>
                    <a:schemeClr val="bg1"/>
                  </a:solidFill>
                </a:rPr>
                <a:t>row</a:t>
              </a:r>
              <a:r>
                <a:rPr lang="pt-BR" sz="2000" dirty="0">
                  <a:solidFill>
                    <a:schemeClr val="bg1"/>
                  </a:solidFill>
                </a:rPr>
                <a:t>, </a:t>
              </a:r>
              <a:r>
                <a:rPr lang="pt-BR" sz="2000" dirty="0" err="1">
                  <a:solidFill>
                    <a:schemeClr val="bg1"/>
                  </a:solidFill>
                </a:rPr>
                <a:t>col</a:t>
              </a:r>
              <a:r>
                <a:rPr lang="pt-BR" sz="2000" dirty="0">
                  <a:solidFill>
                    <a:schemeClr val="bg1"/>
                  </a:solidFill>
                </a:rPr>
                <a:t>)</a:t>
              </a:r>
            </a:p>
            <a:p>
              <a:pPr lvl="1"/>
              <a:r>
                <a:rPr lang="pt-BR" sz="2000" dirty="0" err="1">
                  <a:solidFill>
                    <a:schemeClr val="bg1"/>
                  </a:solidFill>
                </a:rPr>
                <a:t>removePiece</a:t>
              </a:r>
              <a:r>
                <a:rPr lang="pt-BR" sz="2000" dirty="0">
                  <a:solidFill>
                    <a:schemeClr val="bg1"/>
                  </a:solidFill>
                </a:rPr>
                <a:t>(</a:t>
              </a:r>
              <a:r>
                <a:rPr lang="pt-BR" sz="2000" dirty="0" err="1">
                  <a:solidFill>
                    <a:schemeClr val="bg1"/>
                  </a:solidFill>
                </a:rPr>
                <a:t>row</a:t>
              </a:r>
              <a:r>
                <a:rPr lang="pt-BR" sz="2000" dirty="0">
                  <a:solidFill>
                    <a:schemeClr val="bg1"/>
                  </a:solidFill>
                </a:rPr>
                <a:t>, </a:t>
              </a:r>
              <a:r>
                <a:rPr lang="pt-BR" sz="2000" dirty="0" err="1">
                  <a:solidFill>
                    <a:schemeClr val="bg1"/>
                  </a:solidFill>
                </a:rPr>
                <a:t>col</a:t>
              </a:r>
              <a:r>
                <a:rPr lang="pt-BR" sz="2000" dirty="0">
                  <a:solidFill>
                    <a:schemeClr val="bg1"/>
                  </a:solidFill>
                </a:rPr>
                <a:t>)</a:t>
              </a:r>
            </a:p>
            <a:p>
              <a:pPr lvl="1"/>
              <a:r>
                <a:rPr lang="pt-BR" sz="2000" dirty="0" err="1">
                  <a:solidFill>
                    <a:schemeClr val="bg1"/>
                  </a:solidFill>
                </a:rPr>
                <a:t>cleanBoard</a:t>
              </a:r>
              <a:r>
                <a:rPr lang="pt-BR" sz="2000" dirty="0">
                  <a:solidFill>
                    <a:schemeClr val="bg1"/>
                  </a:solidFill>
                </a:rPr>
                <a:t>()</a:t>
              </a:r>
            </a:p>
            <a:p>
              <a:pPr lvl="1"/>
              <a:r>
                <a:rPr lang="pt-BR" sz="2000" dirty="0" err="1">
                  <a:solidFill>
                    <a:schemeClr val="bg1"/>
                  </a:solidFill>
                </a:rPr>
                <a:t>insertPiece</a:t>
              </a:r>
              <a:r>
                <a:rPr lang="pt-BR" sz="2000" dirty="0">
                  <a:solidFill>
                    <a:schemeClr val="bg1"/>
                  </a:solidFill>
                </a:rPr>
                <a:t>(</a:t>
              </a:r>
              <a:r>
                <a:rPr lang="pt-BR" sz="2000" dirty="0" err="1">
                  <a:solidFill>
                    <a:schemeClr val="bg1"/>
                  </a:solidFill>
                </a:rPr>
                <a:t>pc</a:t>
              </a:r>
              <a:r>
                <a:rPr lang="pt-BR" sz="2000" dirty="0">
                  <a:solidFill>
                    <a:schemeClr val="bg1"/>
                  </a:solidFill>
                </a:rPr>
                <a:t>, </a:t>
              </a:r>
              <a:r>
                <a:rPr lang="pt-BR" sz="2000" dirty="0" err="1">
                  <a:solidFill>
                    <a:schemeClr val="bg1"/>
                  </a:solidFill>
                </a:rPr>
                <a:t>row</a:t>
              </a:r>
              <a:r>
                <a:rPr lang="pt-BR" sz="2000" dirty="0">
                  <a:solidFill>
                    <a:schemeClr val="bg1"/>
                  </a:solidFill>
                </a:rPr>
                <a:t>, </a:t>
              </a:r>
              <a:r>
                <a:rPr lang="pt-BR" sz="2000" dirty="0" err="1">
                  <a:solidFill>
                    <a:schemeClr val="bg1"/>
                  </a:solidFill>
                </a:rPr>
                <a:t>col</a:t>
              </a:r>
              <a:r>
                <a:rPr lang="pt-BR" sz="2000" dirty="0">
                  <a:solidFill>
                    <a:schemeClr val="bg1"/>
                  </a:solidFill>
                </a:rPr>
                <a:t>)</a:t>
              </a:r>
            </a:p>
            <a:p>
              <a:pPr algn="ctr"/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2898F7B7-19E4-198C-D276-AD1916B9CC4C}"/>
                </a:ext>
              </a:extLst>
            </p:cNvPr>
            <p:cNvSpPr/>
            <p:nvPr/>
          </p:nvSpPr>
          <p:spPr>
            <a:xfrm>
              <a:off x="536029" y="1733157"/>
              <a:ext cx="3200400" cy="3626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/>
                  </a:solidFill>
                </a:rPr>
                <a:t>Virtual Board</a:t>
              </a:r>
            </a:p>
          </p:txBody>
        </p:sp>
      </p:grpSp>
      <p:sp>
        <p:nvSpPr>
          <p:cNvPr id="21" name="Retângulo 20">
            <a:extLst>
              <a:ext uri="{FF2B5EF4-FFF2-40B4-BE49-F238E27FC236}">
                <a16:creationId xmlns:a16="http://schemas.microsoft.com/office/drawing/2014/main" id="{407241F1-B595-A3F7-C844-8817AA2047F6}"/>
              </a:ext>
            </a:extLst>
          </p:cNvPr>
          <p:cNvSpPr/>
          <p:nvPr/>
        </p:nvSpPr>
        <p:spPr>
          <a:xfrm>
            <a:off x="7505699" y="1560625"/>
            <a:ext cx="2930071" cy="51735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pt-BR" dirty="0" err="1">
                <a:solidFill>
                  <a:schemeClr val="bg1"/>
                </a:solidFill>
              </a:rPr>
              <a:t>Methods</a:t>
            </a:r>
            <a:endParaRPr lang="pt-BR" dirty="0">
              <a:solidFill>
                <a:schemeClr val="bg1"/>
              </a:solidFill>
            </a:endParaRP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getPiece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chemeClr val="bg1"/>
                </a:solidFill>
              </a:rPr>
              <a:t>row</a:t>
            </a:r>
            <a:r>
              <a:rPr lang="pt-BR" dirty="0">
                <a:solidFill>
                  <a:schemeClr val="bg1"/>
                </a:solidFill>
              </a:rPr>
              <a:t>, </a:t>
            </a:r>
            <a:r>
              <a:rPr lang="pt-BR" dirty="0" err="1">
                <a:solidFill>
                  <a:schemeClr val="bg1"/>
                </a:solidFill>
              </a:rPr>
              <a:t>col</a:t>
            </a:r>
            <a:r>
              <a:rPr lang="pt-BR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setBoardFromFEN</a:t>
            </a:r>
            <a:endParaRPr lang="pt-BR" dirty="0">
              <a:solidFill>
                <a:schemeClr val="bg1"/>
              </a:solidFill>
            </a:endParaRPr>
          </a:p>
          <a:p>
            <a:pPr lvl="1"/>
            <a:r>
              <a:rPr lang="pt-BR" dirty="0" err="1">
                <a:solidFill>
                  <a:schemeClr val="bg1"/>
                </a:solidFill>
              </a:rPr>
              <a:t>setGameFromPGN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2EEA75B-1F7B-1843-99B3-1ABB941D1A43}"/>
              </a:ext>
            </a:extLst>
          </p:cNvPr>
          <p:cNvSpPr txBox="1"/>
          <p:nvPr/>
        </p:nvSpPr>
        <p:spPr>
          <a:xfrm>
            <a:off x="7638393" y="1685307"/>
            <a:ext cx="27973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bg1"/>
                </a:solidFill>
              </a:rPr>
              <a:t>virtualBoard</a:t>
            </a:r>
            <a:r>
              <a:rPr lang="pt-BR" sz="1400" dirty="0">
                <a:solidFill>
                  <a:schemeClr val="bg1"/>
                </a:solidFill>
              </a:rPr>
              <a:t> &gt; (melhor ser privado,  pois não quero que método como </a:t>
            </a:r>
            <a:r>
              <a:rPr lang="pt-BR" sz="1400" dirty="0" err="1">
                <a:solidFill>
                  <a:schemeClr val="bg1"/>
                </a:solidFill>
              </a:rPr>
              <a:t>removePiece</a:t>
            </a:r>
            <a:r>
              <a:rPr lang="pt-BR" sz="1400" dirty="0">
                <a:solidFill>
                  <a:schemeClr val="bg1"/>
                </a:solidFill>
              </a:rPr>
              <a:t> sejam acessados de fora)</a:t>
            </a:r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961216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9BE2B-6156-80F7-AA74-CD5FD56A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747"/>
            <a:ext cx="12192000" cy="1188720"/>
          </a:xfrm>
        </p:spPr>
        <p:txBody>
          <a:bodyPr/>
          <a:lstStyle/>
          <a:p>
            <a:r>
              <a:rPr lang="pt-BR" dirty="0" err="1"/>
              <a:t>plannig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8A6272-8B29-2F50-50D6-EC5B51123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101" y="1502927"/>
            <a:ext cx="7729728" cy="3101983"/>
          </a:xfrm>
        </p:spPr>
        <p:txBody>
          <a:bodyPr/>
          <a:lstStyle/>
          <a:p>
            <a:r>
              <a:rPr lang="pt-BR" dirty="0"/>
              <a:t>Organizar as classes/componentes segundo suas finalidades.</a:t>
            </a:r>
          </a:p>
        </p:txBody>
      </p:sp>
    </p:spTree>
    <p:extLst>
      <p:ext uri="{BB962C8B-B14F-4D97-AF65-F5344CB8AC3E}">
        <p14:creationId xmlns:p14="http://schemas.microsoft.com/office/powerpoint/2010/main" val="314665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2356-0A38-FCA1-DFB7-0A16B4474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1A542-54AE-65EF-9303-F44CA880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747"/>
            <a:ext cx="12192000" cy="622540"/>
          </a:xfrm>
        </p:spPr>
        <p:txBody>
          <a:bodyPr>
            <a:normAutofit fontScale="90000"/>
          </a:bodyPr>
          <a:lstStyle/>
          <a:p>
            <a:r>
              <a:rPr lang="pt-BR" dirty="0"/>
              <a:t>Files </a:t>
            </a:r>
            <a:r>
              <a:rPr lang="pt-BR" dirty="0" err="1"/>
              <a:t>organization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8D8405-B661-D877-05C1-4AB0B21A6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148" y="740979"/>
            <a:ext cx="11737114" cy="5864773"/>
          </a:xfrm>
        </p:spPr>
        <p:txBody>
          <a:bodyPr numCol="4">
            <a:normAutofit/>
          </a:bodyPr>
          <a:lstStyle/>
          <a:p>
            <a:r>
              <a:rPr lang="pt-BR" dirty="0" err="1"/>
              <a:t>Src</a:t>
            </a:r>
            <a:r>
              <a:rPr lang="pt-BR" dirty="0"/>
              <a:t>/</a:t>
            </a:r>
          </a:p>
          <a:p>
            <a:pPr lvl="1"/>
            <a:r>
              <a:rPr lang="pt-BR" dirty="0"/>
              <a:t>Classes/</a:t>
            </a:r>
          </a:p>
          <a:p>
            <a:pPr lvl="1"/>
            <a:r>
              <a:rPr lang="pt-BR" dirty="0"/>
              <a:t>Utilities.js</a:t>
            </a:r>
          </a:p>
          <a:p>
            <a:pPr lvl="2"/>
            <a:r>
              <a:rPr lang="pt-BR" dirty="0"/>
              <a:t>-&gt; VisualUtility.js</a:t>
            </a:r>
          </a:p>
          <a:p>
            <a:pPr lvl="1"/>
            <a:r>
              <a:rPr lang="pt-BR" dirty="0" err="1"/>
              <a:t>ChessClasses</a:t>
            </a:r>
            <a:r>
              <a:rPr lang="pt-BR" dirty="0"/>
              <a:t>/</a:t>
            </a:r>
          </a:p>
          <a:p>
            <a:pPr lvl="3"/>
            <a:r>
              <a:rPr lang="pt-BR" dirty="0"/>
              <a:t>VirtualBoard.js</a:t>
            </a:r>
          </a:p>
          <a:p>
            <a:pPr lvl="3"/>
            <a:r>
              <a:rPr lang="pt-BR" dirty="0"/>
              <a:t>GameBoard.js</a:t>
            </a:r>
          </a:p>
          <a:p>
            <a:pPr lvl="3"/>
            <a:r>
              <a:rPr lang="pt-BR" dirty="0" err="1"/>
              <a:t>TraditionalChess</a:t>
            </a:r>
            <a:r>
              <a:rPr lang="pt-BR" dirty="0"/>
              <a:t>/</a:t>
            </a:r>
          </a:p>
          <a:p>
            <a:pPr lvl="4"/>
            <a:r>
              <a:rPr lang="pt-BR" dirty="0"/>
              <a:t>ChessCalculator.js</a:t>
            </a:r>
          </a:p>
          <a:p>
            <a:pPr lvl="4"/>
            <a:r>
              <a:rPr lang="pt-BR" dirty="0"/>
              <a:t>ChessNotation.js</a:t>
            </a:r>
          </a:p>
          <a:p>
            <a:pPr lvl="4"/>
            <a:r>
              <a:rPr lang="pt-BR" dirty="0" err="1"/>
              <a:t>Results.json</a:t>
            </a:r>
            <a:endParaRPr lang="pt-BR" dirty="0"/>
          </a:p>
          <a:p>
            <a:pPr lvl="4"/>
            <a:r>
              <a:rPr lang="pt-BR" dirty="0"/>
              <a:t>Pieces.js (</a:t>
            </a:r>
            <a:r>
              <a:rPr lang="pt-BR" dirty="0" err="1"/>
              <a:t>all</a:t>
            </a:r>
            <a:r>
              <a:rPr lang="pt-BR" dirty="0"/>
              <a:t> </a:t>
            </a:r>
            <a:r>
              <a:rPr lang="pt-BR" dirty="0" err="1"/>
              <a:t>pieces</a:t>
            </a:r>
            <a:r>
              <a:rPr lang="pt-BR" dirty="0"/>
              <a:t>)</a:t>
            </a:r>
          </a:p>
          <a:p>
            <a:pPr lvl="4"/>
            <a:r>
              <a:rPr lang="pt-BR" dirty="0"/>
              <a:t>Player.js</a:t>
            </a:r>
          </a:p>
          <a:p>
            <a:pPr lvl="1"/>
            <a:r>
              <a:rPr lang="pt-BR" dirty="0" err="1"/>
              <a:t>ChessExceptions</a:t>
            </a:r>
            <a:r>
              <a:rPr lang="pt-BR" dirty="0"/>
              <a:t>/</a:t>
            </a:r>
          </a:p>
          <a:p>
            <a:pPr lvl="2"/>
            <a:r>
              <a:rPr lang="pt-BR" dirty="0" err="1"/>
              <a:t>GameException</a:t>
            </a:r>
            <a:endParaRPr lang="pt-BR" dirty="0"/>
          </a:p>
          <a:p>
            <a:pPr lvl="2"/>
            <a:r>
              <a:rPr lang="pt-BR" dirty="0" err="1"/>
              <a:t>IllegalMoveException</a:t>
            </a:r>
            <a:endParaRPr lang="pt-BR" dirty="0"/>
          </a:p>
          <a:p>
            <a:pPr lvl="2"/>
            <a:r>
              <a:rPr lang="pt-BR" dirty="0" err="1"/>
              <a:t>BoardException</a:t>
            </a:r>
            <a:endParaRPr lang="pt-BR" dirty="0"/>
          </a:p>
          <a:p>
            <a:pPr lvl="2"/>
            <a:r>
              <a:rPr lang="pt-BR" dirty="0" err="1"/>
              <a:t>TestingUtilities</a:t>
            </a:r>
            <a:r>
              <a:rPr lang="pt-BR" dirty="0"/>
              <a:t>/</a:t>
            </a:r>
          </a:p>
          <a:p>
            <a:pPr lvl="3"/>
            <a:r>
              <a:rPr lang="pt-BR" dirty="0" err="1"/>
              <a:t>Simulator.jsx</a:t>
            </a:r>
            <a:endParaRPr lang="pt-BR" dirty="0"/>
          </a:p>
          <a:p>
            <a:pPr lvl="3"/>
            <a:r>
              <a:rPr lang="pt-BR" dirty="0"/>
              <a:t>SimulatorUser.js</a:t>
            </a:r>
          </a:p>
          <a:p>
            <a:pPr lvl="3"/>
            <a:endParaRPr lang="pt-BR" dirty="0"/>
          </a:p>
          <a:p>
            <a:pPr lvl="2"/>
            <a:r>
              <a:rPr lang="pt-BR" dirty="0" err="1"/>
              <a:t>Src</a:t>
            </a:r>
            <a:r>
              <a:rPr lang="pt-BR" dirty="0"/>
              <a:t>/componentes/</a:t>
            </a:r>
          </a:p>
          <a:p>
            <a:pPr lvl="3"/>
            <a:r>
              <a:rPr lang="pt-BR" dirty="0" err="1"/>
              <a:t>chess</a:t>
            </a:r>
            <a:r>
              <a:rPr lang="pt-BR" dirty="0"/>
              <a:t>-componentes/</a:t>
            </a:r>
          </a:p>
          <a:p>
            <a:pPr lvl="4"/>
            <a:r>
              <a:rPr lang="pt-BR" dirty="0" err="1"/>
              <a:t>Board.jsx</a:t>
            </a:r>
            <a:endParaRPr lang="pt-BR" dirty="0"/>
          </a:p>
          <a:p>
            <a:pPr lvl="4"/>
            <a:r>
              <a:rPr lang="pt-BR" dirty="0" err="1"/>
              <a:t>Square.jsx</a:t>
            </a:r>
            <a:endParaRPr lang="pt-BR" dirty="0"/>
          </a:p>
          <a:p>
            <a:pPr lvl="4"/>
            <a:r>
              <a:rPr lang="pt-BR" dirty="0" err="1"/>
              <a:t>Clock.jsx</a:t>
            </a:r>
            <a:endParaRPr lang="pt-BR" dirty="0"/>
          </a:p>
          <a:p>
            <a:pPr lvl="4"/>
            <a:r>
              <a:rPr lang="pt-BR" dirty="0" err="1"/>
              <a:t>History.jsx</a:t>
            </a:r>
            <a:endParaRPr lang="pt-BR" dirty="0"/>
          </a:p>
          <a:p>
            <a:pPr lvl="4"/>
            <a:r>
              <a:rPr lang="pt-BR" dirty="0" err="1"/>
              <a:t>GameMenu.jsx</a:t>
            </a:r>
            <a:endParaRPr lang="pt-BR" dirty="0"/>
          </a:p>
          <a:p>
            <a:pPr lvl="3"/>
            <a:r>
              <a:rPr lang="pt-BR" dirty="0"/>
              <a:t>site/</a:t>
            </a:r>
          </a:p>
          <a:p>
            <a:pPr lvl="4"/>
            <a:r>
              <a:rPr lang="pt-BR" dirty="0" err="1"/>
              <a:t>MainNav.jsx</a:t>
            </a:r>
            <a:endParaRPr lang="pt-BR" dirty="0"/>
          </a:p>
          <a:p>
            <a:pPr lvl="4"/>
            <a:r>
              <a:rPr lang="pt-BR" dirty="0" err="1"/>
              <a:t>MainGameList.jsx</a:t>
            </a:r>
            <a:endParaRPr lang="pt-BR" dirty="0"/>
          </a:p>
          <a:p>
            <a:pPr lvl="4"/>
            <a:r>
              <a:rPr lang="pt-BR" dirty="0" err="1"/>
              <a:t>HomeMenu.jsx</a:t>
            </a:r>
            <a:endParaRPr lang="pt-BR" dirty="0"/>
          </a:p>
          <a:p>
            <a:pPr lvl="4"/>
            <a:endParaRPr lang="pt-BR" dirty="0"/>
          </a:p>
          <a:p>
            <a:pPr lvl="4"/>
            <a:r>
              <a:rPr lang="pt-BR" dirty="0" err="1"/>
              <a:t>Src</a:t>
            </a:r>
            <a:r>
              <a:rPr lang="pt-BR" dirty="0"/>
              <a:t>/</a:t>
            </a:r>
            <a:r>
              <a:rPr lang="pt-BR" dirty="0" err="1"/>
              <a:t>pages</a:t>
            </a:r>
            <a:r>
              <a:rPr lang="pt-BR" dirty="0"/>
              <a:t>/</a:t>
            </a:r>
          </a:p>
          <a:p>
            <a:pPr lvl="5"/>
            <a:r>
              <a:rPr lang="pt-BR" dirty="0" err="1"/>
              <a:t>ChessGame.jsx</a:t>
            </a:r>
            <a:endParaRPr lang="pt-BR" dirty="0"/>
          </a:p>
          <a:p>
            <a:pPr lvl="5"/>
            <a:r>
              <a:rPr lang="pt-BR" dirty="0" err="1"/>
              <a:t>Home.jsx</a:t>
            </a:r>
            <a:endParaRPr lang="pt-BR" dirty="0"/>
          </a:p>
          <a:p>
            <a:pPr lvl="5"/>
            <a:r>
              <a:rPr lang="pt-BR" dirty="0" err="1"/>
              <a:t>Analysis.jsx</a:t>
            </a:r>
            <a:endParaRPr lang="pt-BR" dirty="0"/>
          </a:p>
          <a:p>
            <a:pPr lvl="5"/>
            <a:r>
              <a:rPr lang="pt-BR" dirty="0" err="1"/>
              <a:t>Edit.jsx</a:t>
            </a:r>
            <a:endParaRPr lang="pt-BR" dirty="0"/>
          </a:p>
          <a:p>
            <a:pPr lvl="5"/>
            <a:r>
              <a:rPr lang="pt-BR" dirty="0" err="1"/>
              <a:t>Login.jsx</a:t>
            </a:r>
            <a:endParaRPr lang="pt-BR" dirty="0"/>
          </a:p>
          <a:p>
            <a:pPr lvl="5"/>
            <a:r>
              <a:rPr lang="pt-BR" dirty="0" err="1"/>
              <a:t>User.jsx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7085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DFAC4-232D-A372-13A0-1949FDA7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59D7A-23B2-B9BF-DE53-4C476025A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747"/>
            <a:ext cx="12192000" cy="622540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Problems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solve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ECEDBC3-7C63-EE33-81AC-41184BC4F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645" y="856540"/>
            <a:ext cx="10759651" cy="5418136"/>
          </a:xfrm>
        </p:spPr>
        <p:txBody>
          <a:bodyPr/>
          <a:lstStyle/>
          <a:p>
            <a:r>
              <a:rPr lang="pt-BR" dirty="0"/>
              <a:t>Como resolver o problema das imagens em </a:t>
            </a:r>
            <a:r>
              <a:rPr lang="pt-BR" dirty="0" err="1"/>
              <a:t>assets</a:t>
            </a:r>
            <a:r>
              <a:rPr lang="pt-BR" dirty="0"/>
              <a:t>/</a:t>
            </a:r>
            <a:r>
              <a:rPr lang="pt-BR" dirty="0" err="1"/>
              <a:t>piece-images</a:t>
            </a:r>
            <a:r>
              <a:rPr lang="pt-BR" dirty="0"/>
              <a:t>? </a:t>
            </a:r>
          </a:p>
          <a:p>
            <a:pPr lvl="1"/>
            <a:r>
              <a:rPr lang="pt-BR" dirty="0"/>
              <a:t>Pois estou importando cada uma individualmente dentro de </a:t>
            </a:r>
            <a:r>
              <a:rPr lang="pt-BR" dirty="0" err="1"/>
              <a:t>Utilities</a:t>
            </a:r>
            <a:r>
              <a:rPr lang="pt-BR" dirty="0"/>
              <a:t> &lt;- seria impossível fazer isso se houvesse várias coleção de imagens diferentes.</a:t>
            </a:r>
          </a:p>
        </p:txBody>
      </p:sp>
    </p:spTree>
    <p:extLst>
      <p:ext uri="{BB962C8B-B14F-4D97-AF65-F5344CB8AC3E}">
        <p14:creationId xmlns:p14="http://schemas.microsoft.com/office/powerpoint/2010/main" val="1855553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85612-9B83-B5C7-8505-FAB47DF8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1188720"/>
          </a:xfrm>
        </p:spPr>
        <p:txBody>
          <a:bodyPr/>
          <a:lstStyle/>
          <a:p>
            <a:r>
              <a:rPr lang="pt-BR" dirty="0" err="1"/>
              <a:t>sources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46CF3C-5EC6-64E6-F52D-6C83D3FBB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Chess </a:t>
            </a:r>
            <a:r>
              <a:rPr lang="pt-BR" dirty="0" err="1"/>
              <a:t>Pieces</a:t>
            </a:r>
            <a:r>
              <a:rPr lang="pt-BR" dirty="0"/>
              <a:t> </a:t>
            </a:r>
            <a:r>
              <a:rPr lang="pt-BR" dirty="0" err="1"/>
              <a:t>Collection</a:t>
            </a:r>
            <a:r>
              <a:rPr lang="pt-BR" dirty="0"/>
              <a:t>: https://ryisnow.itch.io/pixel-art-chess-piece-images</a:t>
            </a:r>
          </a:p>
        </p:txBody>
      </p:sp>
    </p:spTree>
    <p:extLst>
      <p:ext uri="{BB962C8B-B14F-4D97-AF65-F5344CB8AC3E}">
        <p14:creationId xmlns:p14="http://schemas.microsoft.com/office/powerpoint/2010/main" val="2117261094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{9224A11D-40E6-4F59-8120-FE4573E359A1}TFfb9a325e-b4a8-473d-b025-df086f5ae4930bfbbc34-dfb22957a877</Template>
  <TotalTime>394</TotalTime>
  <Words>610</Words>
  <Application>Microsoft Office PowerPoint</Application>
  <PresentationFormat>Widescreen</PresentationFormat>
  <Paragraphs>175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Pacote</vt:lpstr>
      <vt:lpstr>Main Nav</vt:lpstr>
      <vt:lpstr>Game page</vt:lpstr>
      <vt:lpstr>Apresentação do PowerPoint</vt:lpstr>
      <vt:lpstr>Apresentação do PowerPoint</vt:lpstr>
      <vt:lpstr>home</vt:lpstr>
      <vt:lpstr>analysis</vt:lpstr>
      <vt:lpstr>Edit board</vt:lpstr>
      <vt:lpstr>User profile</vt:lpstr>
      <vt:lpstr>Edit board</vt:lpstr>
      <vt:lpstr>Logic - classes</vt:lpstr>
      <vt:lpstr>plannig</vt:lpstr>
      <vt:lpstr>Files organization</vt:lpstr>
      <vt:lpstr>Problems to solve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Costa</dc:creator>
  <cp:lastModifiedBy>João Costa</cp:lastModifiedBy>
  <cp:revision>8</cp:revision>
  <dcterms:created xsi:type="dcterms:W3CDTF">2026-08-18T11:41:05Z</dcterms:created>
  <dcterms:modified xsi:type="dcterms:W3CDTF">2026-08-24T11:52:55Z</dcterms:modified>
</cp:coreProperties>
</file>